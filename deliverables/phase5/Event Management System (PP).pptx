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8" r:id="rId4"/>
    <p:sldId id="259" r:id="rId5"/>
    <p:sldId id="273" r:id="rId6"/>
    <p:sldId id="266" r:id="rId7"/>
    <p:sldId id="264" r:id="rId8"/>
    <p:sldId id="265" r:id="rId9"/>
    <p:sldId id="267" r:id="rId10"/>
    <p:sldId id="268" r:id="rId11"/>
    <p:sldId id="269" r:id="rId12"/>
    <p:sldId id="276" r:id="rId13"/>
    <p:sldId id="271" r:id="rId14"/>
    <p:sldId id="274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76035-9C50-4557-B98D-0F878719EBC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5B994B5-3598-4C1B-8D67-1E668A60BAB4}">
      <dgm:prSet/>
      <dgm:spPr/>
      <dgm:t>
        <a:bodyPr/>
        <a:lstStyle/>
        <a:p>
          <a:r>
            <a:rPr lang="en-GB"/>
            <a:t>User signs up</a:t>
          </a:r>
          <a:endParaRPr lang="en-US"/>
        </a:p>
      </dgm:t>
    </dgm:pt>
    <dgm:pt modelId="{4BE28082-64E8-4EE9-B36F-B207DA03AC4D}" type="parTrans" cxnId="{8C1C4E98-CE9E-4C3E-B166-34A21178EABC}">
      <dgm:prSet/>
      <dgm:spPr/>
      <dgm:t>
        <a:bodyPr/>
        <a:lstStyle/>
        <a:p>
          <a:endParaRPr lang="en-US"/>
        </a:p>
      </dgm:t>
    </dgm:pt>
    <dgm:pt modelId="{BDCEEA85-D078-4F90-8772-62FFDEC04823}" type="sibTrans" cxnId="{8C1C4E98-CE9E-4C3E-B166-34A21178EAB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9679747-02BB-4BFD-B67A-4521EC8F9C1B}">
      <dgm:prSet/>
      <dgm:spPr/>
      <dgm:t>
        <a:bodyPr/>
        <a:lstStyle/>
        <a:p>
          <a:r>
            <a:rPr lang="en-GB"/>
            <a:t>User logs in</a:t>
          </a:r>
          <a:endParaRPr lang="en-US"/>
        </a:p>
      </dgm:t>
    </dgm:pt>
    <dgm:pt modelId="{2D9D2181-C349-4263-82A5-E157D873DC13}" type="parTrans" cxnId="{91510DE1-F9B3-4D2C-95F8-101B06A2338E}">
      <dgm:prSet/>
      <dgm:spPr/>
      <dgm:t>
        <a:bodyPr/>
        <a:lstStyle/>
        <a:p>
          <a:endParaRPr lang="en-US"/>
        </a:p>
      </dgm:t>
    </dgm:pt>
    <dgm:pt modelId="{988C1EA2-246F-4CC4-BB32-F3AA87B66375}" type="sibTrans" cxnId="{91510DE1-F9B3-4D2C-95F8-101B06A2338E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72C980E-BADA-4AA5-9CA1-A53BFDCFDF78}">
      <dgm:prSet/>
      <dgm:spPr/>
      <dgm:t>
        <a:bodyPr/>
        <a:lstStyle/>
        <a:p>
          <a:r>
            <a:rPr lang="en-GB"/>
            <a:t>Dashboard is displayed</a:t>
          </a:r>
          <a:endParaRPr lang="en-US"/>
        </a:p>
      </dgm:t>
    </dgm:pt>
    <dgm:pt modelId="{F93B7886-D56E-4690-96C4-24409850518A}" type="parTrans" cxnId="{5513290D-4687-4002-8740-3B76330C069B}">
      <dgm:prSet/>
      <dgm:spPr/>
      <dgm:t>
        <a:bodyPr/>
        <a:lstStyle/>
        <a:p>
          <a:endParaRPr lang="en-US"/>
        </a:p>
      </dgm:t>
    </dgm:pt>
    <dgm:pt modelId="{70792B19-35D0-4627-A8AE-2704C2E11E97}" type="sibTrans" cxnId="{5513290D-4687-4002-8740-3B76330C069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AE2BEA5-7F03-40CF-B711-1AD9240E932E}">
      <dgm:prSet/>
      <dgm:spPr/>
      <dgm:t>
        <a:bodyPr/>
        <a:lstStyle/>
        <a:p>
          <a:r>
            <a:rPr lang="en-GB"/>
            <a:t>User registers for an event</a:t>
          </a:r>
          <a:endParaRPr lang="en-US"/>
        </a:p>
      </dgm:t>
    </dgm:pt>
    <dgm:pt modelId="{3BAEE78D-CF43-4C6C-A04E-088F6C39AED7}" type="parTrans" cxnId="{47BC822B-66E0-488A-A195-BD1A448EE9DD}">
      <dgm:prSet/>
      <dgm:spPr/>
      <dgm:t>
        <a:bodyPr/>
        <a:lstStyle/>
        <a:p>
          <a:endParaRPr lang="en-US"/>
        </a:p>
      </dgm:t>
    </dgm:pt>
    <dgm:pt modelId="{7FB6CFA4-DD1E-4536-ABD3-8E82E1941E0E}" type="sibTrans" cxnId="{47BC822B-66E0-488A-A195-BD1A448EE9D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B605059-F658-49D1-AC9A-C2D2B2B6A985}">
      <dgm:prSet/>
      <dgm:spPr/>
      <dgm:t>
        <a:bodyPr/>
        <a:lstStyle/>
        <a:p>
          <a:r>
            <a:rPr lang="en-GB"/>
            <a:t>User submits feedback</a:t>
          </a:r>
          <a:endParaRPr lang="en-US"/>
        </a:p>
      </dgm:t>
    </dgm:pt>
    <dgm:pt modelId="{3BDB2766-F42A-4FD0-9F7C-04E418AE51F2}" type="parTrans" cxnId="{D39F9DB6-C844-4D35-9827-EDDE9BCC85AE}">
      <dgm:prSet/>
      <dgm:spPr/>
      <dgm:t>
        <a:bodyPr/>
        <a:lstStyle/>
        <a:p>
          <a:endParaRPr lang="en-US"/>
        </a:p>
      </dgm:t>
    </dgm:pt>
    <dgm:pt modelId="{5ADE6DCB-A864-4B75-A8C5-592FAD659F78}" type="sibTrans" cxnId="{D39F9DB6-C844-4D35-9827-EDDE9BCC85AE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38A4A924-0223-4266-BFE9-6A64BE8873DB}" type="pres">
      <dgm:prSet presAssocID="{FE376035-9C50-4557-B98D-0F878719EBCB}" presName="Name0" presStyleCnt="0">
        <dgm:presLayoutVars>
          <dgm:animLvl val="lvl"/>
          <dgm:resizeHandles val="exact"/>
        </dgm:presLayoutVars>
      </dgm:prSet>
      <dgm:spPr/>
    </dgm:pt>
    <dgm:pt modelId="{08418493-096E-46C5-8C15-70E13170BDCD}" type="pres">
      <dgm:prSet presAssocID="{75B994B5-3598-4C1B-8D67-1E668A60BAB4}" presName="compositeNode" presStyleCnt="0">
        <dgm:presLayoutVars>
          <dgm:bulletEnabled val="1"/>
        </dgm:presLayoutVars>
      </dgm:prSet>
      <dgm:spPr/>
    </dgm:pt>
    <dgm:pt modelId="{4A8A2795-E773-44A7-884C-271DFCF306D3}" type="pres">
      <dgm:prSet presAssocID="{75B994B5-3598-4C1B-8D67-1E668A60BAB4}" presName="bgRect" presStyleLbl="alignNode1" presStyleIdx="0" presStyleCnt="5"/>
      <dgm:spPr/>
    </dgm:pt>
    <dgm:pt modelId="{ED06CBD7-6F3F-4E05-8034-141AD76A39FC}" type="pres">
      <dgm:prSet presAssocID="{BDCEEA85-D078-4F90-8772-62FFDEC04823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1B34BA0A-59C9-4E2A-A3BB-6C25F2C34426}" type="pres">
      <dgm:prSet presAssocID="{75B994B5-3598-4C1B-8D67-1E668A60BAB4}" presName="nodeRect" presStyleLbl="alignNode1" presStyleIdx="0" presStyleCnt="5">
        <dgm:presLayoutVars>
          <dgm:bulletEnabled val="1"/>
        </dgm:presLayoutVars>
      </dgm:prSet>
      <dgm:spPr/>
    </dgm:pt>
    <dgm:pt modelId="{1234C67A-8201-431D-941F-9C91E6342B03}" type="pres">
      <dgm:prSet presAssocID="{BDCEEA85-D078-4F90-8772-62FFDEC04823}" presName="sibTrans" presStyleCnt="0"/>
      <dgm:spPr/>
    </dgm:pt>
    <dgm:pt modelId="{B247C08E-349D-4C81-B5B8-25B89637B7F9}" type="pres">
      <dgm:prSet presAssocID="{19679747-02BB-4BFD-B67A-4521EC8F9C1B}" presName="compositeNode" presStyleCnt="0">
        <dgm:presLayoutVars>
          <dgm:bulletEnabled val="1"/>
        </dgm:presLayoutVars>
      </dgm:prSet>
      <dgm:spPr/>
    </dgm:pt>
    <dgm:pt modelId="{D8F7AD94-D4F8-47A0-B92C-AE76713A7129}" type="pres">
      <dgm:prSet presAssocID="{19679747-02BB-4BFD-B67A-4521EC8F9C1B}" presName="bgRect" presStyleLbl="alignNode1" presStyleIdx="1" presStyleCnt="5"/>
      <dgm:spPr/>
    </dgm:pt>
    <dgm:pt modelId="{BC537695-2817-4124-B2A7-C314D0661C96}" type="pres">
      <dgm:prSet presAssocID="{988C1EA2-246F-4CC4-BB32-F3AA87B66375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131A9D1C-120D-4F43-9925-5EBDEA89BC21}" type="pres">
      <dgm:prSet presAssocID="{19679747-02BB-4BFD-B67A-4521EC8F9C1B}" presName="nodeRect" presStyleLbl="alignNode1" presStyleIdx="1" presStyleCnt="5">
        <dgm:presLayoutVars>
          <dgm:bulletEnabled val="1"/>
        </dgm:presLayoutVars>
      </dgm:prSet>
      <dgm:spPr/>
    </dgm:pt>
    <dgm:pt modelId="{18372AD0-F878-4DAD-937E-E830E5BEE776}" type="pres">
      <dgm:prSet presAssocID="{988C1EA2-246F-4CC4-BB32-F3AA87B66375}" presName="sibTrans" presStyleCnt="0"/>
      <dgm:spPr/>
    </dgm:pt>
    <dgm:pt modelId="{8E6EEDD0-85B8-4FDD-BE8B-6F7E38A23A46}" type="pres">
      <dgm:prSet presAssocID="{C72C980E-BADA-4AA5-9CA1-A53BFDCFDF78}" presName="compositeNode" presStyleCnt="0">
        <dgm:presLayoutVars>
          <dgm:bulletEnabled val="1"/>
        </dgm:presLayoutVars>
      </dgm:prSet>
      <dgm:spPr/>
    </dgm:pt>
    <dgm:pt modelId="{EF643B64-93B5-4BF3-9A15-5E85BAC8E27B}" type="pres">
      <dgm:prSet presAssocID="{C72C980E-BADA-4AA5-9CA1-A53BFDCFDF78}" presName="bgRect" presStyleLbl="alignNode1" presStyleIdx="2" presStyleCnt="5"/>
      <dgm:spPr/>
    </dgm:pt>
    <dgm:pt modelId="{B9A00CCE-C026-484C-9652-646677BD34EF}" type="pres">
      <dgm:prSet presAssocID="{70792B19-35D0-4627-A8AE-2704C2E11E97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1AB8A0F4-C2BE-4F4D-8453-C3106F291646}" type="pres">
      <dgm:prSet presAssocID="{C72C980E-BADA-4AA5-9CA1-A53BFDCFDF78}" presName="nodeRect" presStyleLbl="alignNode1" presStyleIdx="2" presStyleCnt="5">
        <dgm:presLayoutVars>
          <dgm:bulletEnabled val="1"/>
        </dgm:presLayoutVars>
      </dgm:prSet>
      <dgm:spPr/>
    </dgm:pt>
    <dgm:pt modelId="{1C0CF35D-6F7D-4A87-BD65-63A1CC4BDC53}" type="pres">
      <dgm:prSet presAssocID="{70792B19-35D0-4627-A8AE-2704C2E11E97}" presName="sibTrans" presStyleCnt="0"/>
      <dgm:spPr/>
    </dgm:pt>
    <dgm:pt modelId="{427806E9-B015-4182-B7A5-2CB6ADA2C200}" type="pres">
      <dgm:prSet presAssocID="{3AE2BEA5-7F03-40CF-B711-1AD9240E932E}" presName="compositeNode" presStyleCnt="0">
        <dgm:presLayoutVars>
          <dgm:bulletEnabled val="1"/>
        </dgm:presLayoutVars>
      </dgm:prSet>
      <dgm:spPr/>
    </dgm:pt>
    <dgm:pt modelId="{491B61A9-32B5-4FA5-B112-C8B42D19CC65}" type="pres">
      <dgm:prSet presAssocID="{3AE2BEA5-7F03-40CF-B711-1AD9240E932E}" presName="bgRect" presStyleLbl="alignNode1" presStyleIdx="3" presStyleCnt="5"/>
      <dgm:spPr/>
    </dgm:pt>
    <dgm:pt modelId="{48877489-CF2E-463B-BD6E-719890C279AA}" type="pres">
      <dgm:prSet presAssocID="{7FB6CFA4-DD1E-4536-ABD3-8E82E1941E0E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01E49790-08A6-4350-9214-F252F13E8F9E}" type="pres">
      <dgm:prSet presAssocID="{3AE2BEA5-7F03-40CF-B711-1AD9240E932E}" presName="nodeRect" presStyleLbl="alignNode1" presStyleIdx="3" presStyleCnt="5">
        <dgm:presLayoutVars>
          <dgm:bulletEnabled val="1"/>
        </dgm:presLayoutVars>
      </dgm:prSet>
      <dgm:spPr/>
    </dgm:pt>
    <dgm:pt modelId="{686F487C-0E7C-40EB-A90F-CDECC7551448}" type="pres">
      <dgm:prSet presAssocID="{7FB6CFA4-DD1E-4536-ABD3-8E82E1941E0E}" presName="sibTrans" presStyleCnt="0"/>
      <dgm:spPr/>
    </dgm:pt>
    <dgm:pt modelId="{8F5377A6-A09A-4CEB-B778-FA3B94D00004}" type="pres">
      <dgm:prSet presAssocID="{8B605059-F658-49D1-AC9A-C2D2B2B6A985}" presName="compositeNode" presStyleCnt="0">
        <dgm:presLayoutVars>
          <dgm:bulletEnabled val="1"/>
        </dgm:presLayoutVars>
      </dgm:prSet>
      <dgm:spPr/>
    </dgm:pt>
    <dgm:pt modelId="{21022393-C433-4D17-AED4-2FA98E7FC3AE}" type="pres">
      <dgm:prSet presAssocID="{8B605059-F658-49D1-AC9A-C2D2B2B6A985}" presName="bgRect" presStyleLbl="alignNode1" presStyleIdx="4" presStyleCnt="5"/>
      <dgm:spPr/>
    </dgm:pt>
    <dgm:pt modelId="{38A8CEB7-6701-44B6-85D7-AA7AB49A1ABB}" type="pres">
      <dgm:prSet presAssocID="{5ADE6DCB-A864-4B75-A8C5-592FAD659F78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B27B36CC-0497-407D-A97C-B10A3DE86B77}" type="pres">
      <dgm:prSet presAssocID="{8B605059-F658-49D1-AC9A-C2D2B2B6A985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5513290D-4687-4002-8740-3B76330C069B}" srcId="{FE376035-9C50-4557-B98D-0F878719EBCB}" destId="{C72C980E-BADA-4AA5-9CA1-A53BFDCFDF78}" srcOrd="2" destOrd="0" parTransId="{F93B7886-D56E-4690-96C4-24409850518A}" sibTransId="{70792B19-35D0-4627-A8AE-2704C2E11E97}"/>
    <dgm:cxn modelId="{AB1A4017-EBE2-4C0F-8CEC-FC077FD1F764}" type="presOf" srcId="{75B994B5-3598-4C1B-8D67-1E668A60BAB4}" destId="{4A8A2795-E773-44A7-884C-271DFCF306D3}" srcOrd="0" destOrd="0" presId="urn:microsoft.com/office/officeart/2016/7/layout/LinearBlockProcessNumbered"/>
    <dgm:cxn modelId="{D0CE921B-9958-4431-AC6C-6264A662BEB6}" type="presOf" srcId="{19679747-02BB-4BFD-B67A-4521EC8F9C1B}" destId="{131A9D1C-120D-4F43-9925-5EBDEA89BC21}" srcOrd="1" destOrd="0" presId="urn:microsoft.com/office/officeart/2016/7/layout/LinearBlockProcessNumbered"/>
    <dgm:cxn modelId="{47BC822B-66E0-488A-A195-BD1A448EE9DD}" srcId="{FE376035-9C50-4557-B98D-0F878719EBCB}" destId="{3AE2BEA5-7F03-40CF-B711-1AD9240E932E}" srcOrd="3" destOrd="0" parTransId="{3BAEE78D-CF43-4C6C-A04E-088F6C39AED7}" sibTransId="{7FB6CFA4-DD1E-4536-ABD3-8E82E1941E0E}"/>
    <dgm:cxn modelId="{13936F2E-165B-402D-AEC9-F2006A3637B0}" type="presOf" srcId="{C72C980E-BADA-4AA5-9CA1-A53BFDCFDF78}" destId="{1AB8A0F4-C2BE-4F4D-8453-C3106F291646}" srcOrd="1" destOrd="0" presId="urn:microsoft.com/office/officeart/2016/7/layout/LinearBlockProcessNumbered"/>
    <dgm:cxn modelId="{7DC11E41-EF7D-4D94-921D-8522C7D6B0A7}" type="presOf" srcId="{988C1EA2-246F-4CC4-BB32-F3AA87B66375}" destId="{BC537695-2817-4124-B2A7-C314D0661C96}" srcOrd="0" destOrd="0" presId="urn:microsoft.com/office/officeart/2016/7/layout/LinearBlockProcessNumbered"/>
    <dgm:cxn modelId="{1DE73F82-6C48-46E9-89EE-00476E35A3F0}" type="presOf" srcId="{8B605059-F658-49D1-AC9A-C2D2B2B6A985}" destId="{B27B36CC-0497-407D-A97C-B10A3DE86B77}" srcOrd="1" destOrd="0" presId="urn:microsoft.com/office/officeart/2016/7/layout/LinearBlockProcessNumbered"/>
    <dgm:cxn modelId="{6C725187-C28B-43A2-9997-9536BEF02A44}" type="presOf" srcId="{75B994B5-3598-4C1B-8D67-1E668A60BAB4}" destId="{1B34BA0A-59C9-4E2A-A3BB-6C25F2C34426}" srcOrd="1" destOrd="0" presId="urn:microsoft.com/office/officeart/2016/7/layout/LinearBlockProcessNumbered"/>
    <dgm:cxn modelId="{DA4D1A93-1A9B-4606-BE8F-0008E1C6D246}" type="presOf" srcId="{7FB6CFA4-DD1E-4536-ABD3-8E82E1941E0E}" destId="{48877489-CF2E-463B-BD6E-719890C279AA}" srcOrd="0" destOrd="0" presId="urn:microsoft.com/office/officeart/2016/7/layout/LinearBlockProcessNumbered"/>
    <dgm:cxn modelId="{8C1C4E98-CE9E-4C3E-B166-34A21178EABC}" srcId="{FE376035-9C50-4557-B98D-0F878719EBCB}" destId="{75B994B5-3598-4C1B-8D67-1E668A60BAB4}" srcOrd="0" destOrd="0" parTransId="{4BE28082-64E8-4EE9-B36F-B207DA03AC4D}" sibTransId="{BDCEEA85-D078-4F90-8772-62FFDEC04823}"/>
    <dgm:cxn modelId="{0C1C89A0-29F6-4E9F-83D5-9E053621A139}" type="presOf" srcId="{3AE2BEA5-7F03-40CF-B711-1AD9240E932E}" destId="{01E49790-08A6-4350-9214-F252F13E8F9E}" srcOrd="1" destOrd="0" presId="urn:microsoft.com/office/officeart/2016/7/layout/LinearBlockProcessNumbered"/>
    <dgm:cxn modelId="{738990A2-B76F-47E0-AFFC-45B9F6EB344C}" type="presOf" srcId="{19679747-02BB-4BFD-B67A-4521EC8F9C1B}" destId="{D8F7AD94-D4F8-47A0-B92C-AE76713A7129}" srcOrd="0" destOrd="0" presId="urn:microsoft.com/office/officeart/2016/7/layout/LinearBlockProcessNumbered"/>
    <dgm:cxn modelId="{C9467CAA-492C-45A2-869C-1AF7A6CAFD60}" type="presOf" srcId="{BDCEEA85-D078-4F90-8772-62FFDEC04823}" destId="{ED06CBD7-6F3F-4E05-8034-141AD76A39FC}" srcOrd="0" destOrd="0" presId="urn:microsoft.com/office/officeart/2016/7/layout/LinearBlockProcessNumbered"/>
    <dgm:cxn modelId="{72F609AF-BFC7-4B6B-82E5-F1302083AC1C}" type="presOf" srcId="{70792B19-35D0-4627-A8AE-2704C2E11E97}" destId="{B9A00CCE-C026-484C-9652-646677BD34EF}" srcOrd="0" destOrd="0" presId="urn:microsoft.com/office/officeart/2016/7/layout/LinearBlockProcessNumbered"/>
    <dgm:cxn modelId="{17998DB3-5103-4446-A357-ACAFAED17224}" type="presOf" srcId="{C72C980E-BADA-4AA5-9CA1-A53BFDCFDF78}" destId="{EF643B64-93B5-4BF3-9A15-5E85BAC8E27B}" srcOrd="0" destOrd="0" presId="urn:microsoft.com/office/officeart/2016/7/layout/LinearBlockProcessNumbered"/>
    <dgm:cxn modelId="{D39F9DB6-C844-4D35-9827-EDDE9BCC85AE}" srcId="{FE376035-9C50-4557-B98D-0F878719EBCB}" destId="{8B605059-F658-49D1-AC9A-C2D2B2B6A985}" srcOrd="4" destOrd="0" parTransId="{3BDB2766-F42A-4FD0-9F7C-04E418AE51F2}" sibTransId="{5ADE6DCB-A864-4B75-A8C5-592FAD659F78}"/>
    <dgm:cxn modelId="{D024E2CB-31AF-4682-8204-B512487A8ECA}" type="presOf" srcId="{5ADE6DCB-A864-4B75-A8C5-592FAD659F78}" destId="{38A8CEB7-6701-44B6-85D7-AA7AB49A1ABB}" srcOrd="0" destOrd="0" presId="urn:microsoft.com/office/officeart/2016/7/layout/LinearBlockProcessNumbered"/>
    <dgm:cxn modelId="{06B4EDDB-D8FF-4FF2-B1F5-4EEF26A303A6}" type="presOf" srcId="{FE376035-9C50-4557-B98D-0F878719EBCB}" destId="{38A4A924-0223-4266-BFE9-6A64BE8873DB}" srcOrd="0" destOrd="0" presId="urn:microsoft.com/office/officeart/2016/7/layout/LinearBlockProcessNumbered"/>
    <dgm:cxn modelId="{91510DE1-F9B3-4D2C-95F8-101B06A2338E}" srcId="{FE376035-9C50-4557-B98D-0F878719EBCB}" destId="{19679747-02BB-4BFD-B67A-4521EC8F9C1B}" srcOrd="1" destOrd="0" parTransId="{2D9D2181-C349-4263-82A5-E157D873DC13}" sibTransId="{988C1EA2-246F-4CC4-BB32-F3AA87B66375}"/>
    <dgm:cxn modelId="{7520FEF1-6CCA-438C-8BDF-71A4A6149BA4}" type="presOf" srcId="{8B605059-F658-49D1-AC9A-C2D2B2B6A985}" destId="{21022393-C433-4D17-AED4-2FA98E7FC3AE}" srcOrd="0" destOrd="0" presId="urn:microsoft.com/office/officeart/2016/7/layout/LinearBlockProcessNumbered"/>
    <dgm:cxn modelId="{2F4BE0F8-083C-47D2-9467-1A15351E4662}" type="presOf" srcId="{3AE2BEA5-7F03-40CF-B711-1AD9240E932E}" destId="{491B61A9-32B5-4FA5-B112-C8B42D19CC65}" srcOrd="0" destOrd="0" presId="urn:microsoft.com/office/officeart/2016/7/layout/LinearBlockProcessNumbered"/>
    <dgm:cxn modelId="{A4128F57-2227-40B9-A271-262ECEBE1CEE}" type="presParOf" srcId="{38A4A924-0223-4266-BFE9-6A64BE8873DB}" destId="{08418493-096E-46C5-8C15-70E13170BDCD}" srcOrd="0" destOrd="0" presId="urn:microsoft.com/office/officeart/2016/7/layout/LinearBlockProcessNumbered"/>
    <dgm:cxn modelId="{A06556C2-8BD3-4B45-9390-E00A68471081}" type="presParOf" srcId="{08418493-096E-46C5-8C15-70E13170BDCD}" destId="{4A8A2795-E773-44A7-884C-271DFCF306D3}" srcOrd="0" destOrd="0" presId="urn:microsoft.com/office/officeart/2016/7/layout/LinearBlockProcessNumbered"/>
    <dgm:cxn modelId="{113EFCA5-92D2-4C6A-B695-25C6D1D26582}" type="presParOf" srcId="{08418493-096E-46C5-8C15-70E13170BDCD}" destId="{ED06CBD7-6F3F-4E05-8034-141AD76A39FC}" srcOrd="1" destOrd="0" presId="urn:microsoft.com/office/officeart/2016/7/layout/LinearBlockProcessNumbered"/>
    <dgm:cxn modelId="{9858646D-4F8C-4049-B2A0-BE47F1ABD194}" type="presParOf" srcId="{08418493-096E-46C5-8C15-70E13170BDCD}" destId="{1B34BA0A-59C9-4E2A-A3BB-6C25F2C34426}" srcOrd="2" destOrd="0" presId="urn:microsoft.com/office/officeart/2016/7/layout/LinearBlockProcessNumbered"/>
    <dgm:cxn modelId="{42A6FCAA-DCDA-43C7-A93C-2A74C4F1677A}" type="presParOf" srcId="{38A4A924-0223-4266-BFE9-6A64BE8873DB}" destId="{1234C67A-8201-431D-941F-9C91E6342B03}" srcOrd="1" destOrd="0" presId="urn:microsoft.com/office/officeart/2016/7/layout/LinearBlockProcessNumbered"/>
    <dgm:cxn modelId="{796B0D70-7144-44F1-A1AA-2B0FD49E2C75}" type="presParOf" srcId="{38A4A924-0223-4266-BFE9-6A64BE8873DB}" destId="{B247C08E-349D-4C81-B5B8-25B89637B7F9}" srcOrd="2" destOrd="0" presId="urn:microsoft.com/office/officeart/2016/7/layout/LinearBlockProcessNumbered"/>
    <dgm:cxn modelId="{8AF7CE42-4992-4C63-BE8F-CFAD37A9C956}" type="presParOf" srcId="{B247C08E-349D-4C81-B5B8-25B89637B7F9}" destId="{D8F7AD94-D4F8-47A0-B92C-AE76713A7129}" srcOrd="0" destOrd="0" presId="urn:microsoft.com/office/officeart/2016/7/layout/LinearBlockProcessNumbered"/>
    <dgm:cxn modelId="{C50E3DE4-BA15-4E18-B727-B03DDC3EA8B4}" type="presParOf" srcId="{B247C08E-349D-4C81-B5B8-25B89637B7F9}" destId="{BC537695-2817-4124-B2A7-C314D0661C96}" srcOrd="1" destOrd="0" presId="urn:microsoft.com/office/officeart/2016/7/layout/LinearBlockProcessNumbered"/>
    <dgm:cxn modelId="{ADDFDCDE-8A0A-4945-B0C4-7173F8B1BFD1}" type="presParOf" srcId="{B247C08E-349D-4C81-B5B8-25B89637B7F9}" destId="{131A9D1C-120D-4F43-9925-5EBDEA89BC21}" srcOrd="2" destOrd="0" presId="urn:microsoft.com/office/officeart/2016/7/layout/LinearBlockProcessNumbered"/>
    <dgm:cxn modelId="{E50E030E-A7F5-422B-8157-778F7DAB40FA}" type="presParOf" srcId="{38A4A924-0223-4266-BFE9-6A64BE8873DB}" destId="{18372AD0-F878-4DAD-937E-E830E5BEE776}" srcOrd="3" destOrd="0" presId="urn:microsoft.com/office/officeart/2016/7/layout/LinearBlockProcessNumbered"/>
    <dgm:cxn modelId="{3333AC00-6F57-4A4C-ADD4-50CEAFCC8BBF}" type="presParOf" srcId="{38A4A924-0223-4266-BFE9-6A64BE8873DB}" destId="{8E6EEDD0-85B8-4FDD-BE8B-6F7E38A23A46}" srcOrd="4" destOrd="0" presId="urn:microsoft.com/office/officeart/2016/7/layout/LinearBlockProcessNumbered"/>
    <dgm:cxn modelId="{78CEA2AC-2CE5-4A03-9517-CB7519C7BD3E}" type="presParOf" srcId="{8E6EEDD0-85B8-4FDD-BE8B-6F7E38A23A46}" destId="{EF643B64-93B5-4BF3-9A15-5E85BAC8E27B}" srcOrd="0" destOrd="0" presId="urn:microsoft.com/office/officeart/2016/7/layout/LinearBlockProcessNumbered"/>
    <dgm:cxn modelId="{AF934459-043F-438E-AA34-357E27C76708}" type="presParOf" srcId="{8E6EEDD0-85B8-4FDD-BE8B-6F7E38A23A46}" destId="{B9A00CCE-C026-484C-9652-646677BD34EF}" srcOrd="1" destOrd="0" presId="urn:microsoft.com/office/officeart/2016/7/layout/LinearBlockProcessNumbered"/>
    <dgm:cxn modelId="{B79C1AF3-1164-49CE-B58A-2EEF308B396C}" type="presParOf" srcId="{8E6EEDD0-85B8-4FDD-BE8B-6F7E38A23A46}" destId="{1AB8A0F4-C2BE-4F4D-8453-C3106F291646}" srcOrd="2" destOrd="0" presId="urn:microsoft.com/office/officeart/2016/7/layout/LinearBlockProcessNumbered"/>
    <dgm:cxn modelId="{C90E8C90-4E62-4914-8722-6F218C2DB626}" type="presParOf" srcId="{38A4A924-0223-4266-BFE9-6A64BE8873DB}" destId="{1C0CF35D-6F7D-4A87-BD65-63A1CC4BDC53}" srcOrd="5" destOrd="0" presId="urn:microsoft.com/office/officeart/2016/7/layout/LinearBlockProcessNumbered"/>
    <dgm:cxn modelId="{D8B94AF5-8901-49C0-A780-F2CB5C706C72}" type="presParOf" srcId="{38A4A924-0223-4266-BFE9-6A64BE8873DB}" destId="{427806E9-B015-4182-B7A5-2CB6ADA2C200}" srcOrd="6" destOrd="0" presId="urn:microsoft.com/office/officeart/2016/7/layout/LinearBlockProcessNumbered"/>
    <dgm:cxn modelId="{78E86660-7C93-4E7E-8FCC-142A12B347AF}" type="presParOf" srcId="{427806E9-B015-4182-B7A5-2CB6ADA2C200}" destId="{491B61A9-32B5-4FA5-B112-C8B42D19CC65}" srcOrd="0" destOrd="0" presId="urn:microsoft.com/office/officeart/2016/7/layout/LinearBlockProcessNumbered"/>
    <dgm:cxn modelId="{942D7100-3266-4E68-9EA9-D5EBD705825B}" type="presParOf" srcId="{427806E9-B015-4182-B7A5-2CB6ADA2C200}" destId="{48877489-CF2E-463B-BD6E-719890C279AA}" srcOrd="1" destOrd="0" presId="urn:microsoft.com/office/officeart/2016/7/layout/LinearBlockProcessNumbered"/>
    <dgm:cxn modelId="{0D8E7EC2-4C52-4D9E-AFFB-818641AB06CC}" type="presParOf" srcId="{427806E9-B015-4182-B7A5-2CB6ADA2C200}" destId="{01E49790-08A6-4350-9214-F252F13E8F9E}" srcOrd="2" destOrd="0" presId="urn:microsoft.com/office/officeart/2016/7/layout/LinearBlockProcessNumbered"/>
    <dgm:cxn modelId="{BF38DD63-85E4-4161-AC29-AF8994013E6D}" type="presParOf" srcId="{38A4A924-0223-4266-BFE9-6A64BE8873DB}" destId="{686F487C-0E7C-40EB-A90F-CDECC7551448}" srcOrd="7" destOrd="0" presId="urn:microsoft.com/office/officeart/2016/7/layout/LinearBlockProcessNumbered"/>
    <dgm:cxn modelId="{F064CBD5-C6C4-43E2-8752-03FBCCBB1474}" type="presParOf" srcId="{38A4A924-0223-4266-BFE9-6A64BE8873DB}" destId="{8F5377A6-A09A-4CEB-B778-FA3B94D00004}" srcOrd="8" destOrd="0" presId="urn:microsoft.com/office/officeart/2016/7/layout/LinearBlockProcessNumbered"/>
    <dgm:cxn modelId="{3B564449-40B1-47EB-A62A-83C546001BCF}" type="presParOf" srcId="{8F5377A6-A09A-4CEB-B778-FA3B94D00004}" destId="{21022393-C433-4D17-AED4-2FA98E7FC3AE}" srcOrd="0" destOrd="0" presId="urn:microsoft.com/office/officeart/2016/7/layout/LinearBlockProcessNumbered"/>
    <dgm:cxn modelId="{E93D4F25-FC14-4046-BC8F-76D9969A7A43}" type="presParOf" srcId="{8F5377A6-A09A-4CEB-B778-FA3B94D00004}" destId="{38A8CEB7-6701-44B6-85D7-AA7AB49A1ABB}" srcOrd="1" destOrd="0" presId="urn:microsoft.com/office/officeart/2016/7/layout/LinearBlockProcessNumbered"/>
    <dgm:cxn modelId="{54D1DAC3-46D6-4EF5-94DD-4CF43E151904}" type="presParOf" srcId="{8F5377A6-A09A-4CEB-B778-FA3B94D00004}" destId="{B27B36CC-0497-407D-A97C-B10A3DE86B7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65D679-C09C-48DF-AF7B-9F3E65753D3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7B81C9-5641-4DD1-972B-B9F6CB07B0E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Database handling in Docker</a:t>
          </a:r>
          <a:endParaRPr lang="en-US"/>
        </a:p>
      </dgm:t>
    </dgm:pt>
    <dgm:pt modelId="{FDFA5B48-BEE6-4F6C-AF3F-F8D0EDBB732D}" type="parTrans" cxnId="{4038694F-DE1E-4E9D-9130-4C02FA59F5B8}">
      <dgm:prSet/>
      <dgm:spPr/>
      <dgm:t>
        <a:bodyPr/>
        <a:lstStyle/>
        <a:p>
          <a:endParaRPr lang="en-US"/>
        </a:p>
      </dgm:t>
    </dgm:pt>
    <dgm:pt modelId="{53D1702E-F7A9-40FB-98CB-C64FCCA13752}" type="sibTrans" cxnId="{4038694F-DE1E-4E9D-9130-4C02FA59F5B8}">
      <dgm:prSet/>
      <dgm:spPr/>
      <dgm:t>
        <a:bodyPr/>
        <a:lstStyle/>
        <a:p>
          <a:endParaRPr lang="en-US"/>
        </a:p>
      </dgm:t>
    </dgm:pt>
    <dgm:pt modelId="{1A3E4AAF-40AD-461E-B226-E030ADFC17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Testing with Flask application context</a:t>
          </a:r>
          <a:endParaRPr lang="en-US"/>
        </a:p>
      </dgm:t>
    </dgm:pt>
    <dgm:pt modelId="{E33CD2E5-4A03-45C7-9658-81725E2AE262}" type="parTrans" cxnId="{F42BEC31-406C-4C02-9873-F780D07AE48D}">
      <dgm:prSet/>
      <dgm:spPr/>
      <dgm:t>
        <a:bodyPr/>
        <a:lstStyle/>
        <a:p>
          <a:endParaRPr lang="en-US"/>
        </a:p>
      </dgm:t>
    </dgm:pt>
    <dgm:pt modelId="{172739BB-88BA-4FD1-B098-94FBC8BFC3B6}" type="sibTrans" cxnId="{F42BEC31-406C-4C02-9873-F780D07AE48D}">
      <dgm:prSet/>
      <dgm:spPr/>
      <dgm:t>
        <a:bodyPr/>
        <a:lstStyle/>
        <a:p>
          <a:endParaRPr lang="en-US"/>
        </a:p>
      </dgm:t>
    </dgm:pt>
    <dgm:pt modelId="{76DDC664-10FB-4F34-A350-4D0DEBCC0C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Git merge conflicts</a:t>
          </a:r>
          <a:endParaRPr lang="en-US"/>
        </a:p>
      </dgm:t>
    </dgm:pt>
    <dgm:pt modelId="{C5852380-7CE2-4B16-940F-69E71BF7C49D}" type="parTrans" cxnId="{B301C622-5A21-4236-9123-8C9A9A1F2605}">
      <dgm:prSet/>
      <dgm:spPr/>
      <dgm:t>
        <a:bodyPr/>
        <a:lstStyle/>
        <a:p>
          <a:endParaRPr lang="en-US"/>
        </a:p>
      </dgm:t>
    </dgm:pt>
    <dgm:pt modelId="{2519A6E5-D3ED-4545-9C35-9F15C21E2D8D}" type="sibTrans" cxnId="{B301C622-5A21-4236-9123-8C9A9A1F2605}">
      <dgm:prSet/>
      <dgm:spPr/>
      <dgm:t>
        <a:bodyPr/>
        <a:lstStyle/>
        <a:p>
          <a:endParaRPr lang="en-US"/>
        </a:p>
      </dgm:t>
    </dgm:pt>
    <dgm:pt modelId="{2F29AAAA-4C8A-4EC8-9DEC-C1942735CF9E}" type="pres">
      <dgm:prSet presAssocID="{2D65D679-C09C-48DF-AF7B-9F3E65753D38}" presName="root" presStyleCnt="0">
        <dgm:presLayoutVars>
          <dgm:dir/>
          <dgm:resizeHandles val="exact"/>
        </dgm:presLayoutVars>
      </dgm:prSet>
      <dgm:spPr/>
    </dgm:pt>
    <dgm:pt modelId="{93753F07-8AB6-4CC9-8441-9C37B0C8CD2F}" type="pres">
      <dgm:prSet presAssocID="{257B81C9-5641-4DD1-972B-B9F6CB07B0E8}" presName="compNode" presStyleCnt="0"/>
      <dgm:spPr/>
    </dgm:pt>
    <dgm:pt modelId="{EA92C7C0-58DA-43FB-8D2E-AAE1603ACD72}" type="pres">
      <dgm:prSet presAssocID="{257B81C9-5641-4DD1-972B-B9F6CB07B0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117F5B2-D461-4C3A-BA76-0F24B0107B76}" type="pres">
      <dgm:prSet presAssocID="{257B81C9-5641-4DD1-972B-B9F6CB07B0E8}" presName="spaceRect" presStyleCnt="0"/>
      <dgm:spPr/>
    </dgm:pt>
    <dgm:pt modelId="{DAC0C88C-3F7F-4000-98AB-7CBFCB09923B}" type="pres">
      <dgm:prSet presAssocID="{257B81C9-5641-4DD1-972B-B9F6CB07B0E8}" presName="textRect" presStyleLbl="revTx" presStyleIdx="0" presStyleCnt="3">
        <dgm:presLayoutVars>
          <dgm:chMax val="1"/>
          <dgm:chPref val="1"/>
        </dgm:presLayoutVars>
      </dgm:prSet>
      <dgm:spPr/>
    </dgm:pt>
    <dgm:pt modelId="{0F39CF71-BF20-44C3-8D0B-75A9735D2E0B}" type="pres">
      <dgm:prSet presAssocID="{53D1702E-F7A9-40FB-98CB-C64FCCA13752}" presName="sibTrans" presStyleCnt="0"/>
      <dgm:spPr/>
    </dgm:pt>
    <dgm:pt modelId="{CFFAD7A2-F063-4605-B550-7FA094C7C9DA}" type="pres">
      <dgm:prSet presAssocID="{1A3E4AAF-40AD-461E-B226-E030ADFC17CB}" presName="compNode" presStyleCnt="0"/>
      <dgm:spPr/>
    </dgm:pt>
    <dgm:pt modelId="{B3133FBA-78E8-4B70-B954-AE7FFE7D18AD}" type="pres">
      <dgm:prSet presAssocID="{1A3E4AAF-40AD-461E-B226-E030ADFC17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F04FA1C4-8011-4446-BAD5-DF96567DD3C9}" type="pres">
      <dgm:prSet presAssocID="{1A3E4AAF-40AD-461E-B226-E030ADFC17CB}" presName="spaceRect" presStyleCnt="0"/>
      <dgm:spPr/>
    </dgm:pt>
    <dgm:pt modelId="{B5878B1E-BBD7-4393-9130-10DA2F036E58}" type="pres">
      <dgm:prSet presAssocID="{1A3E4AAF-40AD-461E-B226-E030ADFC17CB}" presName="textRect" presStyleLbl="revTx" presStyleIdx="1" presStyleCnt="3">
        <dgm:presLayoutVars>
          <dgm:chMax val="1"/>
          <dgm:chPref val="1"/>
        </dgm:presLayoutVars>
      </dgm:prSet>
      <dgm:spPr/>
    </dgm:pt>
    <dgm:pt modelId="{EFC647B0-B9D7-47D6-9826-7D9410765F1C}" type="pres">
      <dgm:prSet presAssocID="{172739BB-88BA-4FD1-B098-94FBC8BFC3B6}" presName="sibTrans" presStyleCnt="0"/>
      <dgm:spPr/>
    </dgm:pt>
    <dgm:pt modelId="{E5214AB8-A758-4D71-B747-85EFD2F15737}" type="pres">
      <dgm:prSet presAssocID="{76DDC664-10FB-4F34-A350-4D0DEBCC0CCB}" presName="compNode" presStyleCnt="0"/>
      <dgm:spPr/>
    </dgm:pt>
    <dgm:pt modelId="{B3D99221-9669-41F3-9EFD-E8EBE3A7E043}" type="pres">
      <dgm:prSet presAssocID="{76DDC664-10FB-4F34-A350-4D0DEBCC0CC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11BA249-10ED-417A-91E4-7E66E932B428}" type="pres">
      <dgm:prSet presAssocID="{76DDC664-10FB-4F34-A350-4D0DEBCC0CCB}" presName="spaceRect" presStyleCnt="0"/>
      <dgm:spPr/>
    </dgm:pt>
    <dgm:pt modelId="{FC344F6B-2B2D-4563-9C33-91CE4F8F51FC}" type="pres">
      <dgm:prSet presAssocID="{76DDC664-10FB-4F34-A350-4D0DEBCC0CC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C3E006-BAF8-42F0-966A-8FD405A9A12E}" type="presOf" srcId="{2D65D679-C09C-48DF-AF7B-9F3E65753D38}" destId="{2F29AAAA-4C8A-4EC8-9DEC-C1942735CF9E}" srcOrd="0" destOrd="0" presId="urn:microsoft.com/office/officeart/2018/2/layout/IconLabelList"/>
    <dgm:cxn modelId="{B301C622-5A21-4236-9123-8C9A9A1F2605}" srcId="{2D65D679-C09C-48DF-AF7B-9F3E65753D38}" destId="{76DDC664-10FB-4F34-A350-4D0DEBCC0CCB}" srcOrd="2" destOrd="0" parTransId="{C5852380-7CE2-4B16-940F-69E71BF7C49D}" sibTransId="{2519A6E5-D3ED-4545-9C35-9F15C21E2D8D}"/>
    <dgm:cxn modelId="{F42BEC31-406C-4C02-9873-F780D07AE48D}" srcId="{2D65D679-C09C-48DF-AF7B-9F3E65753D38}" destId="{1A3E4AAF-40AD-461E-B226-E030ADFC17CB}" srcOrd="1" destOrd="0" parTransId="{E33CD2E5-4A03-45C7-9658-81725E2AE262}" sibTransId="{172739BB-88BA-4FD1-B098-94FBC8BFC3B6}"/>
    <dgm:cxn modelId="{4038694F-DE1E-4E9D-9130-4C02FA59F5B8}" srcId="{2D65D679-C09C-48DF-AF7B-9F3E65753D38}" destId="{257B81C9-5641-4DD1-972B-B9F6CB07B0E8}" srcOrd="0" destOrd="0" parTransId="{FDFA5B48-BEE6-4F6C-AF3F-F8D0EDBB732D}" sibTransId="{53D1702E-F7A9-40FB-98CB-C64FCCA13752}"/>
    <dgm:cxn modelId="{E2C20EB3-9A55-4089-976B-761A9BE9555C}" type="presOf" srcId="{1A3E4AAF-40AD-461E-B226-E030ADFC17CB}" destId="{B5878B1E-BBD7-4393-9130-10DA2F036E58}" srcOrd="0" destOrd="0" presId="urn:microsoft.com/office/officeart/2018/2/layout/IconLabelList"/>
    <dgm:cxn modelId="{A1613DBF-205A-4AF7-A6D4-05BF00D66E2E}" type="presOf" srcId="{257B81C9-5641-4DD1-972B-B9F6CB07B0E8}" destId="{DAC0C88C-3F7F-4000-98AB-7CBFCB09923B}" srcOrd="0" destOrd="0" presId="urn:microsoft.com/office/officeart/2018/2/layout/IconLabelList"/>
    <dgm:cxn modelId="{EC2F73D8-7575-4941-8A50-DFFEC21D5BAA}" type="presOf" srcId="{76DDC664-10FB-4F34-A350-4D0DEBCC0CCB}" destId="{FC344F6B-2B2D-4563-9C33-91CE4F8F51FC}" srcOrd="0" destOrd="0" presId="urn:microsoft.com/office/officeart/2018/2/layout/IconLabelList"/>
    <dgm:cxn modelId="{57F86D2C-02FE-44D7-9B18-09F65137E2E7}" type="presParOf" srcId="{2F29AAAA-4C8A-4EC8-9DEC-C1942735CF9E}" destId="{93753F07-8AB6-4CC9-8441-9C37B0C8CD2F}" srcOrd="0" destOrd="0" presId="urn:microsoft.com/office/officeart/2018/2/layout/IconLabelList"/>
    <dgm:cxn modelId="{7DEAD3CA-B9FC-42B1-9249-91367BC5524D}" type="presParOf" srcId="{93753F07-8AB6-4CC9-8441-9C37B0C8CD2F}" destId="{EA92C7C0-58DA-43FB-8D2E-AAE1603ACD72}" srcOrd="0" destOrd="0" presId="urn:microsoft.com/office/officeart/2018/2/layout/IconLabelList"/>
    <dgm:cxn modelId="{9155E24E-4F56-4DBA-B91E-83610CD853EC}" type="presParOf" srcId="{93753F07-8AB6-4CC9-8441-9C37B0C8CD2F}" destId="{F117F5B2-D461-4C3A-BA76-0F24B0107B76}" srcOrd="1" destOrd="0" presId="urn:microsoft.com/office/officeart/2018/2/layout/IconLabelList"/>
    <dgm:cxn modelId="{15E822F7-E915-4D3F-854D-56460A2BFF39}" type="presParOf" srcId="{93753F07-8AB6-4CC9-8441-9C37B0C8CD2F}" destId="{DAC0C88C-3F7F-4000-98AB-7CBFCB09923B}" srcOrd="2" destOrd="0" presId="urn:microsoft.com/office/officeart/2018/2/layout/IconLabelList"/>
    <dgm:cxn modelId="{B019611E-0450-4CA7-8D48-33B0C68636DA}" type="presParOf" srcId="{2F29AAAA-4C8A-4EC8-9DEC-C1942735CF9E}" destId="{0F39CF71-BF20-44C3-8D0B-75A9735D2E0B}" srcOrd="1" destOrd="0" presId="urn:microsoft.com/office/officeart/2018/2/layout/IconLabelList"/>
    <dgm:cxn modelId="{CDAE9CB6-72A0-4A72-8432-73A1FE425279}" type="presParOf" srcId="{2F29AAAA-4C8A-4EC8-9DEC-C1942735CF9E}" destId="{CFFAD7A2-F063-4605-B550-7FA094C7C9DA}" srcOrd="2" destOrd="0" presId="urn:microsoft.com/office/officeart/2018/2/layout/IconLabelList"/>
    <dgm:cxn modelId="{E4864903-934B-4505-8EB1-64CF5D0E49FC}" type="presParOf" srcId="{CFFAD7A2-F063-4605-B550-7FA094C7C9DA}" destId="{B3133FBA-78E8-4B70-B954-AE7FFE7D18AD}" srcOrd="0" destOrd="0" presId="urn:microsoft.com/office/officeart/2018/2/layout/IconLabelList"/>
    <dgm:cxn modelId="{758F02C1-422B-4BBA-98F3-114A2FC12393}" type="presParOf" srcId="{CFFAD7A2-F063-4605-B550-7FA094C7C9DA}" destId="{F04FA1C4-8011-4446-BAD5-DF96567DD3C9}" srcOrd="1" destOrd="0" presId="urn:microsoft.com/office/officeart/2018/2/layout/IconLabelList"/>
    <dgm:cxn modelId="{9D52778E-0C0D-4D25-B695-C6464824CCC5}" type="presParOf" srcId="{CFFAD7A2-F063-4605-B550-7FA094C7C9DA}" destId="{B5878B1E-BBD7-4393-9130-10DA2F036E58}" srcOrd="2" destOrd="0" presId="urn:microsoft.com/office/officeart/2018/2/layout/IconLabelList"/>
    <dgm:cxn modelId="{494554BD-9951-4CA1-9B09-D0EF4A19FAA1}" type="presParOf" srcId="{2F29AAAA-4C8A-4EC8-9DEC-C1942735CF9E}" destId="{EFC647B0-B9D7-47D6-9826-7D9410765F1C}" srcOrd="3" destOrd="0" presId="urn:microsoft.com/office/officeart/2018/2/layout/IconLabelList"/>
    <dgm:cxn modelId="{27134BB5-D16F-42F7-BB58-7134CF69F806}" type="presParOf" srcId="{2F29AAAA-4C8A-4EC8-9DEC-C1942735CF9E}" destId="{E5214AB8-A758-4D71-B747-85EFD2F15737}" srcOrd="4" destOrd="0" presId="urn:microsoft.com/office/officeart/2018/2/layout/IconLabelList"/>
    <dgm:cxn modelId="{F808D235-CDE6-4B82-AB7F-AED9E71FC6DD}" type="presParOf" srcId="{E5214AB8-A758-4D71-B747-85EFD2F15737}" destId="{B3D99221-9669-41F3-9EFD-E8EBE3A7E043}" srcOrd="0" destOrd="0" presId="urn:microsoft.com/office/officeart/2018/2/layout/IconLabelList"/>
    <dgm:cxn modelId="{FD49CE03-EBEF-4798-9F21-0CF7DDF21D3C}" type="presParOf" srcId="{E5214AB8-A758-4D71-B747-85EFD2F15737}" destId="{A11BA249-10ED-417A-91E4-7E66E932B428}" srcOrd="1" destOrd="0" presId="urn:microsoft.com/office/officeart/2018/2/layout/IconLabelList"/>
    <dgm:cxn modelId="{70332F80-3E9B-46BB-9CB3-384671A7CE7A}" type="presParOf" srcId="{E5214AB8-A758-4D71-B747-85EFD2F15737}" destId="{FC344F6B-2B2D-4563-9C33-91CE4F8F51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6ADB3B-B73C-4286-A88E-75CE47DEB85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55B4E1-8DCA-41AD-BB04-FFDC49B0542C}">
      <dgm:prSet/>
      <dgm:spPr/>
      <dgm:t>
        <a:bodyPr/>
        <a:lstStyle/>
        <a:p>
          <a:r>
            <a:rPr lang="en-GB"/>
            <a:t>All Phase 5 requirements were completed</a:t>
          </a:r>
          <a:endParaRPr lang="en-US"/>
        </a:p>
      </dgm:t>
    </dgm:pt>
    <dgm:pt modelId="{1B4BE8C1-8163-493F-83BB-928A3FC461F4}" type="parTrans" cxnId="{6839CD35-8E2C-40B5-A260-D1C6352E4077}">
      <dgm:prSet/>
      <dgm:spPr/>
      <dgm:t>
        <a:bodyPr/>
        <a:lstStyle/>
        <a:p>
          <a:endParaRPr lang="en-US"/>
        </a:p>
      </dgm:t>
    </dgm:pt>
    <dgm:pt modelId="{D39C85E5-7B4C-4CFA-8C7D-C7FA933D831A}" type="sibTrans" cxnId="{6839CD35-8E2C-40B5-A260-D1C6352E4077}">
      <dgm:prSet/>
      <dgm:spPr/>
      <dgm:t>
        <a:bodyPr/>
        <a:lstStyle/>
        <a:p>
          <a:endParaRPr lang="en-US"/>
        </a:p>
      </dgm:t>
    </dgm:pt>
    <dgm:pt modelId="{FC4A86C6-FDE1-400D-9989-96450667A978}">
      <dgm:prSet/>
      <dgm:spPr/>
      <dgm:t>
        <a:bodyPr/>
        <a:lstStyle/>
        <a:p>
          <a:r>
            <a:rPr lang="en-GB"/>
            <a:t>MVC architecture improved system structure</a:t>
          </a:r>
          <a:endParaRPr lang="en-US"/>
        </a:p>
      </dgm:t>
    </dgm:pt>
    <dgm:pt modelId="{59D1B2AE-3C83-4AFF-A50C-C0F5681C98DA}" type="parTrans" cxnId="{82E4B059-B248-435B-872C-5D930DCC23B2}">
      <dgm:prSet/>
      <dgm:spPr/>
      <dgm:t>
        <a:bodyPr/>
        <a:lstStyle/>
        <a:p>
          <a:endParaRPr lang="en-US"/>
        </a:p>
      </dgm:t>
    </dgm:pt>
    <dgm:pt modelId="{ED0C68A6-D3A9-4C01-A001-1CB51C98F074}" type="sibTrans" cxnId="{82E4B059-B248-435B-872C-5D930DCC23B2}">
      <dgm:prSet/>
      <dgm:spPr/>
      <dgm:t>
        <a:bodyPr/>
        <a:lstStyle/>
        <a:p>
          <a:endParaRPr lang="en-US"/>
        </a:p>
      </dgm:t>
    </dgm:pt>
    <dgm:pt modelId="{61F113AD-CBE4-4322-B5FC-BFDF9A7B22DE}">
      <dgm:prSet/>
      <dgm:spPr/>
      <dgm:t>
        <a:bodyPr/>
        <a:lstStyle/>
        <a:p>
          <a:r>
            <a:rPr lang="en-GB"/>
            <a:t>The project meets course objectives</a:t>
          </a:r>
          <a:endParaRPr lang="en-US"/>
        </a:p>
      </dgm:t>
    </dgm:pt>
    <dgm:pt modelId="{A6E1F0BA-BFE6-45C0-AA77-3455F8C8BAAD}" type="parTrans" cxnId="{7BBC9D41-2B27-4DB6-B133-A40436F11E11}">
      <dgm:prSet/>
      <dgm:spPr/>
      <dgm:t>
        <a:bodyPr/>
        <a:lstStyle/>
        <a:p>
          <a:endParaRPr lang="en-US"/>
        </a:p>
      </dgm:t>
    </dgm:pt>
    <dgm:pt modelId="{445AD172-049C-4FD0-9A01-23D96F507E67}" type="sibTrans" cxnId="{7BBC9D41-2B27-4DB6-B133-A40436F11E11}">
      <dgm:prSet/>
      <dgm:spPr/>
      <dgm:t>
        <a:bodyPr/>
        <a:lstStyle/>
        <a:p>
          <a:endParaRPr lang="en-US"/>
        </a:p>
      </dgm:t>
    </dgm:pt>
    <dgm:pt modelId="{27F5E400-FA4E-4C1A-A375-D4C205A8419D}" type="pres">
      <dgm:prSet presAssocID="{8B6ADB3B-B73C-4286-A88E-75CE47DEB85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58DA0A-84D0-49B7-BDB7-DE0AFA27E3B2}" type="pres">
      <dgm:prSet presAssocID="{9655B4E1-8DCA-41AD-BB04-FFDC49B0542C}" presName="hierRoot1" presStyleCnt="0"/>
      <dgm:spPr/>
    </dgm:pt>
    <dgm:pt modelId="{893722AF-869B-4334-84EB-304170872FD7}" type="pres">
      <dgm:prSet presAssocID="{9655B4E1-8DCA-41AD-BB04-FFDC49B0542C}" presName="composite" presStyleCnt="0"/>
      <dgm:spPr/>
    </dgm:pt>
    <dgm:pt modelId="{83FDCF31-F9B3-4473-8F6A-3F4F33AD0C6C}" type="pres">
      <dgm:prSet presAssocID="{9655B4E1-8DCA-41AD-BB04-FFDC49B0542C}" presName="background" presStyleLbl="node0" presStyleIdx="0" presStyleCnt="3"/>
      <dgm:spPr/>
    </dgm:pt>
    <dgm:pt modelId="{9036EFD5-E114-4BCF-9386-4573094979B3}" type="pres">
      <dgm:prSet presAssocID="{9655B4E1-8DCA-41AD-BB04-FFDC49B0542C}" presName="text" presStyleLbl="fgAcc0" presStyleIdx="0" presStyleCnt="3">
        <dgm:presLayoutVars>
          <dgm:chPref val="3"/>
        </dgm:presLayoutVars>
      </dgm:prSet>
      <dgm:spPr/>
    </dgm:pt>
    <dgm:pt modelId="{19DC527F-49A3-4EF0-9B34-1DAD64F005C9}" type="pres">
      <dgm:prSet presAssocID="{9655B4E1-8DCA-41AD-BB04-FFDC49B0542C}" presName="hierChild2" presStyleCnt="0"/>
      <dgm:spPr/>
    </dgm:pt>
    <dgm:pt modelId="{C7B51044-9E84-4044-9079-E3DBE192A936}" type="pres">
      <dgm:prSet presAssocID="{FC4A86C6-FDE1-400D-9989-96450667A978}" presName="hierRoot1" presStyleCnt="0"/>
      <dgm:spPr/>
    </dgm:pt>
    <dgm:pt modelId="{37D7949F-1785-466F-B63E-11F1D655795D}" type="pres">
      <dgm:prSet presAssocID="{FC4A86C6-FDE1-400D-9989-96450667A978}" presName="composite" presStyleCnt="0"/>
      <dgm:spPr/>
    </dgm:pt>
    <dgm:pt modelId="{67C9D72D-79BD-4758-A1B0-95BF4A88B1A3}" type="pres">
      <dgm:prSet presAssocID="{FC4A86C6-FDE1-400D-9989-96450667A978}" presName="background" presStyleLbl="node0" presStyleIdx="1" presStyleCnt="3"/>
      <dgm:spPr/>
    </dgm:pt>
    <dgm:pt modelId="{B7810BED-D274-44F6-AA8B-6DF78D0518B6}" type="pres">
      <dgm:prSet presAssocID="{FC4A86C6-FDE1-400D-9989-96450667A978}" presName="text" presStyleLbl="fgAcc0" presStyleIdx="1" presStyleCnt="3">
        <dgm:presLayoutVars>
          <dgm:chPref val="3"/>
        </dgm:presLayoutVars>
      </dgm:prSet>
      <dgm:spPr/>
    </dgm:pt>
    <dgm:pt modelId="{0D2324D1-57D2-445B-A7C6-882D8E6390F8}" type="pres">
      <dgm:prSet presAssocID="{FC4A86C6-FDE1-400D-9989-96450667A978}" presName="hierChild2" presStyleCnt="0"/>
      <dgm:spPr/>
    </dgm:pt>
    <dgm:pt modelId="{169B8920-7DE5-4CEE-A35B-187010A14D5F}" type="pres">
      <dgm:prSet presAssocID="{61F113AD-CBE4-4322-B5FC-BFDF9A7B22DE}" presName="hierRoot1" presStyleCnt="0"/>
      <dgm:spPr/>
    </dgm:pt>
    <dgm:pt modelId="{BFEF784C-7D48-4C7C-BEF5-057821C860F0}" type="pres">
      <dgm:prSet presAssocID="{61F113AD-CBE4-4322-B5FC-BFDF9A7B22DE}" presName="composite" presStyleCnt="0"/>
      <dgm:spPr/>
    </dgm:pt>
    <dgm:pt modelId="{128CC066-633C-499D-8C1F-03501416626F}" type="pres">
      <dgm:prSet presAssocID="{61F113AD-CBE4-4322-B5FC-BFDF9A7B22DE}" presName="background" presStyleLbl="node0" presStyleIdx="2" presStyleCnt="3"/>
      <dgm:spPr/>
    </dgm:pt>
    <dgm:pt modelId="{E4C6C4E2-1E88-4004-8F9B-C51ABC3B2C9D}" type="pres">
      <dgm:prSet presAssocID="{61F113AD-CBE4-4322-B5FC-BFDF9A7B22DE}" presName="text" presStyleLbl="fgAcc0" presStyleIdx="2" presStyleCnt="3">
        <dgm:presLayoutVars>
          <dgm:chPref val="3"/>
        </dgm:presLayoutVars>
      </dgm:prSet>
      <dgm:spPr/>
    </dgm:pt>
    <dgm:pt modelId="{785CED42-2704-4853-B687-0942828AE788}" type="pres">
      <dgm:prSet presAssocID="{61F113AD-CBE4-4322-B5FC-BFDF9A7B22DE}" presName="hierChild2" presStyleCnt="0"/>
      <dgm:spPr/>
    </dgm:pt>
  </dgm:ptLst>
  <dgm:cxnLst>
    <dgm:cxn modelId="{6839CD35-8E2C-40B5-A260-D1C6352E4077}" srcId="{8B6ADB3B-B73C-4286-A88E-75CE47DEB85D}" destId="{9655B4E1-8DCA-41AD-BB04-FFDC49B0542C}" srcOrd="0" destOrd="0" parTransId="{1B4BE8C1-8163-493F-83BB-928A3FC461F4}" sibTransId="{D39C85E5-7B4C-4CFA-8C7D-C7FA933D831A}"/>
    <dgm:cxn modelId="{7BBC9D41-2B27-4DB6-B133-A40436F11E11}" srcId="{8B6ADB3B-B73C-4286-A88E-75CE47DEB85D}" destId="{61F113AD-CBE4-4322-B5FC-BFDF9A7B22DE}" srcOrd="2" destOrd="0" parTransId="{A6E1F0BA-BFE6-45C0-AA77-3455F8C8BAAD}" sibTransId="{445AD172-049C-4FD0-9A01-23D96F507E67}"/>
    <dgm:cxn modelId="{3A7AD44A-88F3-4EB6-A670-9D1FFB8C0D8A}" type="presOf" srcId="{61F113AD-CBE4-4322-B5FC-BFDF9A7B22DE}" destId="{E4C6C4E2-1E88-4004-8F9B-C51ABC3B2C9D}" srcOrd="0" destOrd="0" presId="urn:microsoft.com/office/officeart/2005/8/layout/hierarchy1"/>
    <dgm:cxn modelId="{82E4B059-B248-435B-872C-5D930DCC23B2}" srcId="{8B6ADB3B-B73C-4286-A88E-75CE47DEB85D}" destId="{FC4A86C6-FDE1-400D-9989-96450667A978}" srcOrd="1" destOrd="0" parTransId="{59D1B2AE-3C83-4AFF-A50C-C0F5681C98DA}" sibTransId="{ED0C68A6-D3A9-4C01-A001-1CB51C98F074}"/>
    <dgm:cxn modelId="{39878FC3-CAF8-4089-9801-D50294484319}" type="presOf" srcId="{8B6ADB3B-B73C-4286-A88E-75CE47DEB85D}" destId="{27F5E400-FA4E-4C1A-A375-D4C205A8419D}" srcOrd="0" destOrd="0" presId="urn:microsoft.com/office/officeart/2005/8/layout/hierarchy1"/>
    <dgm:cxn modelId="{2C9209E0-9FC7-4432-B32D-14FA44D98BF3}" type="presOf" srcId="{9655B4E1-8DCA-41AD-BB04-FFDC49B0542C}" destId="{9036EFD5-E114-4BCF-9386-4573094979B3}" srcOrd="0" destOrd="0" presId="urn:microsoft.com/office/officeart/2005/8/layout/hierarchy1"/>
    <dgm:cxn modelId="{2AEA66ED-4569-4F6B-B4A1-999F95667CF3}" type="presOf" srcId="{FC4A86C6-FDE1-400D-9989-96450667A978}" destId="{B7810BED-D274-44F6-AA8B-6DF78D0518B6}" srcOrd="0" destOrd="0" presId="urn:microsoft.com/office/officeart/2005/8/layout/hierarchy1"/>
    <dgm:cxn modelId="{77A23FE7-B5A5-498D-BAA0-1530AF0225BE}" type="presParOf" srcId="{27F5E400-FA4E-4C1A-A375-D4C205A8419D}" destId="{3158DA0A-84D0-49B7-BDB7-DE0AFA27E3B2}" srcOrd="0" destOrd="0" presId="urn:microsoft.com/office/officeart/2005/8/layout/hierarchy1"/>
    <dgm:cxn modelId="{92C9A670-94F1-4699-9A73-0A4F20479413}" type="presParOf" srcId="{3158DA0A-84D0-49B7-BDB7-DE0AFA27E3B2}" destId="{893722AF-869B-4334-84EB-304170872FD7}" srcOrd="0" destOrd="0" presId="urn:microsoft.com/office/officeart/2005/8/layout/hierarchy1"/>
    <dgm:cxn modelId="{669FF9C1-9D9B-4185-A15B-72B9A5BB29AA}" type="presParOf" srcId="{893722AF-869B-4334-84EB-304170872FD7}" destId="{83FDCF31-F9B3-4473-8F6A-3F4F33AD0C6C}" srcOrd="0" destOrd="0" presId="urn:microsoft.com/office/officeart/2005/8/layout/hierarchy1"/>
    <dgm:cxn modelId="{72B767FA-A520-4D19-B9DD-E5E15DF7FFCB}" type="presParOf" srcId="{893722AF-869B-4334-84EB-304170872FD7}" destId="{9036EFD5-E114-4BCF-9386-4573094979B3}" srcOrd="1" destOrd="0" presId="urn:microsoft.com/office/officeart/2005/8/layout/hierarchy1"/>
    <dgm:cxn modelId="{0B93DD6C-FA5D-4720-BFB0-C3C49501B93C}" type="presParOf" srcId="{3158DA0A-84D0-49B7-BDB7-DE0AFA27E3B2}" destId="{19DC527F-49A3-4EF0-9B34-1DAD64F005C9}" srcOrd="1" destOrd="0" presId="urn:microsoft.com/office/officeart/2005/8/layout/hierarchy1"/>
    <dgm:cxn modelId="{C5D245BA-766C-4F7E-AF4B-37320CF4A4A1}" type="presParOf" srcId="{27F5E400-FA4E-4C1A-A375-D4C205A8419D}" destId="{C7B51044-9E84-4044-9079-E3DBE192A936}" srcOrd="1" destOrd="0" presId="urn:microsoft.com/office/officeart/2005/8/layout/hierarchy1"/>
    <dgm:cxn modelId="{62155C30-2A4E-40B6-8BE5-112E05C5A8C8}" type="presParOf" srcId="{C7B51044-9E84-4044-9079-E3DBE192A936}" destId="{37D7949F-1785-466F-B63E-11F1D655795D}" srcOrd="0" destOrd="0" presId="urn:microsoft.com/office/officeart/2005/8/layout/hierarchy1"/>
    <dgm:cxn modelId="{03C3DFE1-7639-485C-8BC7-8C88B5B7345D}" type="presParOf" srcId="{37D7949F-1785-466F-B63E-11F1D655795D}" destId="{67C9D72D-79BD-4758-A1B0-95BF4A88B1A3}" srcOrd="0" destOrd="0" presId="urn:microsoft.com/office/officeart/2005/8/layout/hierarchy1"/>
    <dgm:cxn modelId="{4CE20A3C-1911-47D4-BD0B-467D295A84B8}" type="presParOf" srcId="{37D7949F-1785-466F-B63E-11F1D655795D}" destId="{B7810BED-D274-44F6-AA8B-6DF78D0518B6}" srcOrd="1" destOrd="0" presId="urn:microsoft.com/office/officeart/2005/8/layout/hierarchy1"/>
    <dgm:cxn modelId="{08D58AC5-CCB9-40DB-A226-54E0577604BA}" type="presParOf" srcId="{C7B51044-9E84-4044-9079-E3DBE192A936}" destId="{0D2324D1-57D2-445B-A7C6-882D8E6390F8}" srcOrd="1" destOrd="0" presId="urn:microsoft.com/office/officeart/2005/8/layout/hierarchy1"/>
    <dgm:cxn modelId="{FD2FCD26-178C-4CDD-89AD-CF2617A74760}" type="presParOf" srcId="{27F5E400-FA4E-4C1A-A375-D4C205A8419D}" destId="{169B8920-7DE5-4CEE-A35B-187010A14D5F}" srcOrd="2" destOrd="0" presId="urn:microsoft.com/office/officeart/2005/8/layout/hierarchy1"/>
    <dgm:cxn modelId="{6F8B7FDE-1F46-44D9-A45E-E8FAC99D6B2D}" type="presParOf" srcId="{169B8920-7DE5-4CEE-A35B-187010A14D5F}" destId="{BFEF784C-7D48-4C7C-BEF5-057821C860F0}" srcOrd="0" destOrd="0" presId="urn:microsoft.com/office/officeart/2005/8/layout/hierarchy1"/>
    <dgm:cxn modelId="{3A669F1F-987E-4F30-8EA6-4521CFDD2354}" type="presParOf" srcId="{BFEF784C-7D48-4C7C-BEF5-057821C860F0}" destId="{128CC066-633C-499D-8C1F-03501416626F}" srcOrd="0" destOrd="0" presId="urn:microsoft.com/office/officeart/2005/8/layout/hierarchy1"/>
    <dgm:cxn modelId="{8CBE77DB-FF57-4650-AD3D-267076119D2D}" type="presParOf" srcId="{BFEF784C-7D48-4C7C-BEF5-057821C860F0}" destId="{E4C6C4E2-1E88-4004-8F9B-C51ABC3B2C9D}" srcOrd="1" destOrd="0" presId="urn:microsoft.com/office/officeart/2005/8/layout/hierarchy1"/>
    <dgm:cxn modelId="{C31B05B2-3174-4BDF-8D3C-6F0715F3D6C0}" type="presParOf" srcId="{169B8920-7DE5-4CEE-A35B-187010A14D5F}" destId="{785CED42-2704-4853-B687-0942828AE7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A2795-E773-44A7-884C-271DFCF306D3}">
      <dsp:nvSpPr>
        <dsp:cNvPr id="0" name=""/>
        <dsp:cNvSpPr/>
      </dsp:nvSpPr>
      <dsp:spPr>
        <a:xfrm>
          <a:off x="6421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User signs up</a:t>
          </a:r>
          <a:endParaRPr lang="en-US" sz="2500" kern="1200"/>
        </a:p>
      </dsp:txBody>
      <dsp:txXfrm>
        <a:off x="6421" y="1629195"/>
        <a:ext cx="2007325" cy="1445274"/>
      </dsp:txXfrm>
    </dsp:sp>
    <dsp:sp modelId="{ED06CBD7-6F3F-4E05-8034-141AD76A39FC}">
      <dsp:nvSpPr>
        <dsp:cNvPr id="0" name=""/>
        <dsp:cNvSpPr/>
      </dsp:nvSpPr>
      <dsp:spPr>
        <a:xfrm>
          <a:off x="6421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6421" y="665679"/>
        <a:ext cx="2007325" cy="963516"/>
      </dsp:txXfrm>
    </dsp:sp>
    <dsp:sp modelId="{D8F7AD94-D4F8-47A0-B92C-AE76713A7129}">
      <dsp:nvSpPr>
        <dsp:cNvPr id="0" name=""/>
        <dsp:cNvSpPr/>
      </dsp:nvSpPr>
      <dsp:spPr>
        <a:xfrm>
          <a:off x="2174332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User logs in</a:t>
          </a:r>
          <a:endParaRPr lang="en-US" sz="2500" kern="1200"/>
        </a:p>
      </dsp:txBody>
      <dsp:txXfrm>
        <a:off x="2174332" y="1629195"/>
        <a:ext cx="2007325" cy="1445274"/>
      </dsp:txXfrm>
    </dsp:sp>
    <dsp:sp modelId="{BC537695-2817-4124-B2A7-C314D0661C96}">
      <dsp:nvSpPr>
        <dsp:cNvPr id="0" name=""/>
        <dsp:cNvSpPr/>
      </dsp:nvSpPr>
      <dsp:spPr>
        <a:xfrm>
          <a:off x="2174332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174332" y="665679"/>
        <a:ext cx="2007325" cy="963516"/>
      </dsp:txXfrm>
    </dsp:sp>
    <dsp:sp modelId="{EF643B64-93B5-4BF3-9A15-5E85BAC8E27B}">
      <dsp:nvSpPr>
        <dsp:cNvPr id="0" name=""/>
        <dsp:cNvSpPr/>
      </dsp:nvSpPr>
      <dsp:spPr>
        <a:xfrm>
          <a:off x="4342243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Dashboard is displayed</a:t>
          </a:r>
          <a:endParaRPr lang="en-US" sz="2500" kern="1200"/>
        </a:p>
      </dsp:txBody>
      <dsp:txXfrm>
        <a:off x="4342243" y="1629195"/>
        <a:ext cx="2007325" cy="1445274"/>
      </dsp:txXfrm>
    </dsp:sp>
    <dsp:sp modelId="{B9A00CCE-C026-484C-9652-646677BD34EF}">
      <dsp:nvSpPr>
        <dsp:cNvPr id="0" name=""/>
        <dsp:cNvSpPr/>
      </dsp:nvSpPr>
      <dsp:spPr>
        <a:xfrm>
          <a:off x="4342243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342243" y="665679"/>
        <a:ext cx="2007325" cy="963516"/>
      </dsp:txXfrm>
    </dsp:sp>
    <dsp:sp modelId="{491B61A9-32B5-4FA5-B112-C8B42D19CC65}">
      <dsp:nvSpPr>
        <dsp:cNvPr id="0" name=""/>
        <dsp:cNvSpPr/>
      </dsp:nvSpPr>
      <dsp:spPr>
        <a:xfrm>
          <a:off x="6510154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User registers for an event</a:t>
          </a:r>
          <a:endParaRPr lang="en-US" sz="2500" kern="1200"/>
        </a:p>
      </dsp:txBody>
      <dsp:txXfrm>
        <a:off x="6510154" y="1629195"/>
        <a:ext cx="2007325" cy="1445274"/>
      </dsp:txXfrm>
    </dsp:sp>
    <dsp:sp modelId="{48877489-CF2E-463B-BD6E-719890C279AA}">
      <dsp:nvSpPr>
        <dsp:cNvPr id="0" name=""/>
        <dsp:cNvSpPr/>
      </dsp:nvSpPr>
      <dsp:spPr>
        <a:xfrm>
          <a:off x="6510154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04</a:t>
          </a:r>
        </a:p>
      </dsp:txBody>
      <dsp:txXfrm>
        <a:off x="6510154" y="665679"/>
        <a:ext cx="2007325" cy="963516"/>
      </dsp:txXfrm>
    </dsp:sp>
    <dsp:sp modelId="{21022393-C433-4D17-AED4-2FA98E7FC3AE}">
      <dsp:nvSpPr>
        <dsp:cNvPr id="0" name=""/>
        <dsp:cNvSpPr/>
      </dsp:nvSpPr>
      <dsp:spPr>
        <a:xfrm>
          <a:off x="8678065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User submits feedback</a:t>
          </a:r>
          <a:endParaRPr lang="en-US" sz="2500" kern="1200"/>
        </a:p>
      </dsp:txBody>
      <dsp:txXfrm>
        <a:off x="8678065" y="1629195"/>
        <a:ext cx="2007325" cy="1445274"/>
      </dsp:txXfrm>
    </dsp:sp>
    <dsp:sp modelId="{38A8CEB7-6701-44B6-85D7-AA7AB49A1ABB}">
      <dsp:nvSpPr>
        <dsp:cNvPr id="0" name=""/>
        <dsp:cNvSpPr/>
      </dsp:nvSpPr>
      <dsp:spPr>
        <a:xfrm>
          <a:off x="8678065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05</a:t>
          </a:r>
        </a:p>
      </dsp:txBody>
      <dsp:txXfrm>
        <a:off x="8678065" y="665679"/>
        <a:ext cx="2007325" cy="963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2C7C0-58DA-43FB-8D2E-AAE1603ACD72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0C88C-3F7F-4000-98AB-7CBFCB09923B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Database handling in Docker</a:t>
          </a:r>
          <a:endParaRPr lang="en-US" sz="2400" kern="1200"/>
        </a:p>
      </dsp:txBody>
      <dsp:txXfrm>
        <a:off x="3621" y="2417740"/>
        <a:ext cx="3189260" cy="720000"/>
      </dsp:txXfrm>
    </dsp:sp>
    <dsp:sp modelId="{B3133FBA-78E8-4B70-B954-AE7FFE7D18AD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78B1E-BBD7-4393-9130-10DA2F036E58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Testing with Flask application context</a:t>
          </a:r>
          <a:endParaRPr lang="en-US" sz="2400" kern="1200"/>
        </a:p>
      </dsp:txBody>
      <dsp:txXfrm>
        <a:off x="3751002" y="2417740"/>
        <a:ext cx="3189260" cy="720000"/>
      </dsp:txXfrm>
    </dsp:sp>
    <dsp:sp modelId="{B3D99221-9669-41F3-9EFD-E8EBE3A7E043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44F6B-2B2D-4563-9C33-91CE4F8F51FC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Git merge conflicts</a:t>
          </a:r>
          <a:endParaRPr lang="en-US" sz="2400" kern="1200"/>
        </a:p>
      </dsp:txBody>
      <dsp:txXfrm>
        <a:off x="7498383" y="2417740"/>
        <a:ext cx="318926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DCF31-F9B3-4473-8F6A-3F4F33AD0C6C}">
      <dsp:nvSpPr>
        <dsp:cNvPr id="0" name=""/>
        <dsp:cNvSpPr/>
      </dsp:nvSpPr>
      <dsp:spPr>
        <a:xfrm>
          <a:off x="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6EFD5-E114-4BCF-9386-4573094979B3}">
      <dsp:nvSpPr>
        <dsp:cNvPr id="0" name=""/>
        <dsp:cNvSpPr/>
      </dsp:nvSpPr>
      <dsp:spPr>
        <a:xfrm>
          <a:off x="33411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All Phase 5 requirements were completed</a:t>
          </a:r>
          <a:endParaRPr lang="en-US" sz="2900" kern="1200"/>
        </a:p>
      </dsp:txBody>
      <dsp:txXfrm>
        <a:off x="390046" y="1129963"/>
        <a:ext cx="2895218" cy="1797636"/>
      </dsp:txXfrm>
    </dsp:sp>
    <dsp:sp modelId="{67C9D72D-79BD-4758-A1B0-95BF4A88B1A3}">
      <dsp:nvSpPr>
        <dsp:cNvPr id="0" name=""/>
        <dsp:cNvSpPr/>
      </dsp:nvSpPr>
      <dsp:spPr>
        <a:xfrm>
          <a:off x="367531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10BED-D274-44F6-AA8B-6DF78D0518B6}">
      <dsp:nvSpPr>
        <dsp:cNvPr id="0" name=""/>
        <dsp:cNvSpPr/>
      </dsp:nvSpPr>
      <dsp:spPr>
        <a:xfrm>
          <a:off x="400942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MVC architecture improved system structure</a:t>
          </a:r>
          <a:endParaRPr lang="en-US" sz="2900" kern="1200"/>
        </a:p>
      </dsp:txBody>
      <dsp:txXfrm>
        <a:off x="4065356" y="1129963"/>
        <a:ext cx="2895218" cy="1797636"/>
      </dsp:txXfrm>
    </dsp:sp>
    <dsp:sp modelId="{128CC066-633C-499D-8C1F-03501416626F}">
      <dsp:nvSpPr>
        <dsp:cNvPr id="0" name=""/>
        <dsp:cNvSpPr/>
      </dsp:nvSpPr>
      <dsp:spPr>
        <a:xfrm>
          <a:off x="735062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6C4E2-1E88-4004-8F9B-C51ABC3B2C9D}">
      <dsp:nvSpPr>
        <dsp:cNvPr id="0" name=""/>
        <dsp:cNvSpPr/>
      </dsp:nvSpPr>
      <dsp:spPr>
        <a:xfrm>
          <a:off x="768473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The project meets course objectives</a:t>
          </a:r>
          <a:endParaRPr lang="en-US" sz="2900" kern="1200"/>
        </a:p>
      </dsp:txBody>
      <dsp:txXfrm>
        <a:off x="7740666" y="1129963"/>
        <a:ext cx="2895218" cy="1797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0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0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7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6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5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6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8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1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9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64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2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15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Illustration of people on a blockchain">
            <a:extLst>
              <a:ext uri="{FF2B5EF4-FFF2-40B4-BE49-F238E27FC236}">
                <a16:creationId xmlns:a16="http://schemas.microsoft.com/office/drawing/2014/main" id="{04E5D16D-3EC8-38C1-5B2F-38C2A651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4" b="1035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E6651-7F82-DFB0-4A72-7DD597D0B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1" y="19616"/>
            <a:ext cx="7978385" cy="916234"/>
          </a:xfrm>
        </p:spPr>
        <p:txBody>
          <a:bodyPr anchor="ctr">
            <a:normAutofit/>
          </a:bodyPr>
          <a:lstStyle/>
          <a:p>
            <a:r>
              <a:rPr lang="en-GB" sz="3600" dirty="0"/>
              <a:t>Event-Management-System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C278E-EBAD-5D1D-1265-874A500B4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16" y="87317"/>
            <a:ext cx="3634494" cy="868139"/>
          </a:xfrm>
        </p:spPr>
        <p:txBody>
          <a:bodyPr anchor="ctr">
            <a:normAutofit/>
          </a:bodyPr>
          <a:lstStyle/>
          <a:p>
            <a:pPr algn="ctr"/>
            <a:r>
              <a:rPr lang="en-GB" sz="1800" dirty="0"/>
              <a:t>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4B7D8-A36B-A56A-E55B-B3B3C31D13F9}"/>
              </a:ext>
            </a:extLst>
          </p:cNvPr>
          <p:cNvSpPr txBox="1"/>
          <p:nvPr/>
        </p:nvSpPr>
        <p:spPr>
          <a:xfrm>
            <a:off x="0" y="5657671"/>
            <a:ext cx="4857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Team Leader: Zeyad </a:t>
            </a:r>
            <a:r>
              <a:rPr lang="en-GB" dirty="0" err="1"/>
              <a:t>Elshayeb</a:t>
            </a:r>
            <a:endParaRPr lang="en-GB" dirty="0"/>
          </a:p>
          <a:p>
            <a:r>
              <a:rPr lang="en-GB" dirty="0"/>
              <a:t>Team Members: Retaj Reda &amp; Sara Sameh</a:t>
            </a:r>
          </a:p>
          <a:p>
            <a:r>
              <a:rPr lang="en-GB" dirty="0"/>
              <a:t>With TA: Maram </a:t>
            </a:r>
            <a:r>
              <a:rPr lang="en-GB" dirty="0" err="1"/>
              <a:t>Alazab</a:t>
            </a:r>
            <a:endParaRPr lang="en-GB" dirty="0"/>
          </a:p>
          <a:p>
            <a:r>
              <a:rPr lang="en-GB" dirty="0"/>
              <a:t>Supervised By: Dr. Mohameds Sami Rakha</a:t>
            </a:r>
          </a:p>
        </p:txBody>
      </p:sp>
    </p:spTree>
    <p:extLst>
      <p:ext uri="{BB962C8B-B14F-4D97-AF65-F5344CB8AC3E}">
        <p14:creationId xmlns:p14="http://schemas.microsoft.com/office/powerpoint/2010/main" val="49180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s and rulers">
            <a:extLst>
              <a:ext uri="{FF2B5EF4-FFF2-40B4-BE49-F238E27FC236}">
                <a16:creationId xmlns:a16="http://schemas.microsoft.com/office/drawing/2014/main" id="{17702F02-5B18-45B6-E97D-6D02788F3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53" b="86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A6B66-F9A4-23A7-BB58-FC55B7A71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6522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Project 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E9B33A-DF9D-AFCD-D293-444BCB1634F0}"/>
              </a:ext>
            </a:extLst>
          </p:cNvPr>
          <p:cNvSpPr txBox="1"/>
          <p:nvPr/>
        </p:nvSpPr>
        <p:spPr>
          <a:xfrm>
            <a:off x="704088" y="1925296"/>
            <a:ext cx="499478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Web-based event management </a:t>
            </a:r>
            <a:r>
              <a:rPr lang="en-GB" sz="2400" dirty="0" err="1"/>
              <a:t>systemAllows</a:t>
            </a:r>
            <a:r>
              <a:rPr lang="en-GB" sz="2400" dirty="0"/>
              <a:t> users to browse events, register, and submit </a:t>
            </a:r>
            <a:r>
              <a:rPr lang="en-GB" sz="2400" dirty="0" err="1"/>
              <a:t>feedbackDeveloped</a:t>
            </a:r>
            <a:r>
              <a:rPr lang="en-GB" sz="2400" dirty="0"/>
              <a:t> using Flask following MVC architecture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205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pherical digital mesh network">
            <a:extLst>
              <a:ext uri="{FF2B5EF4-FFF2-40B4-BE49-F238E27FC236}">
                <a16:creationId xmlns:a16="http://schemas.microsoft.com/office/drawing/2014/main" id="{579E833D-66DF-8BE9-2B71-B14B80671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8" b="12112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AD87-5A59-65FF-8A38-24012E98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541" y="990599"/>
            <a:ext cx="5619054" cy="48490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dirty="0">
                <a:solidFill>
                  <a:srgbClr val="FFFFFF"/>
                </a:solidFill>
              </a:rPr>
              <a:t>Problem Statement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8CDBD0-AD84-87C5-6226-9FFE6508C007}"/>
              </a:ext>
            </a:extLst>
          </p:cNvPr>
          <p:cNvSpPr txBox="1"/>
          <p:nvPr/>
        </p:nvSpPr>
        <p:spPr>
          <a:xfrm>
            <a:off x="8445910" y="1917290"/>
            <a:ext cx="34609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Manual event management is </a:t>
            </a:r>
            <a:r>
              <a:rPr lang="en-GB" sz="2400" dirty="0" err="1"/>
              <a:t>inefficientUsers</a:t>
            </a:r>
            <a:r>
              <a:rPr lang="en-GB" sz="2400" dirty="0"/>
              <a:t> need an easy way to discover and register for </a:t>
            </a:r>
            <a:r>
              <a:rPr lang="en-GB" sz="2400" dirty="0" err="1"/>
              <a:t>eventsFeedback</a:t>
            </a:r>
            <a:r>
              <a:rPr lang="en-GB" sz="2400" dirty="0"/>
              <a:t> collection is important for improving future events</a:t>
            </a:r>
          </a:p>
        </p:txBody>
      </p:sp>
    </p:spTree>
    <p:extLst>
      <p:ext uri="{BB962C8B-B14F-4D97-AF65-F5344CB8AC3E}">
        <p14:creationId xmlns:p14="http://schemas.microsoft.com/office/powerpoint/2010/main" val="1789604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circuit board">
            <a:extLst>
              <a:ext uri="{FF2B5EF4-FFF2-40B4-BE49-F238E27FC236}">
                <a16:creationId xmlns:a16="http://schemas.microsoft.com/office/drawing/2014/main" id="{8BC97C34-F333-C8F4-8E05-FD25932A86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70" b="416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5F3ED-BE99-84D7-B9E3-F2A45C486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8488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Technologies Used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D73052-DF5E-956C-44E3-40E26B3727E8}"/>
              </a:ext>
            </a:extLst>
          </p:cNvPr>
          <p:cNvSpPr txBox="1"/>
          <p:nvPr/>
        </p:nvSpPr>
        <p:spPr>
          <a:xfrm>
            <a:off x="704088" y="2138416"/>
            <a:ext cx="47846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/>
              <a:t>Python &amp; Flask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/>
              <a:t>HTML &amp; CSS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 err="1"/>
              <a:t>SQLiteGit</a:t>
            </a:r>
            <a:r>
              <a:rPr lang="en-GB" sz="2400" dirty="0"/>
              <a:t>, GitHub, Docker &amp; </a:t>
            </a:r>
            <a:r>
              <a:rPr lang="en-GB" sz="2400" dirty="0" err="1"/>
              <a:t>unittest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01964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DB7D-9C6E-3C9C-8674-E7C63C3E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Architecture (MVC)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DF75-73BE-7903-3FB9-50D109544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894"/>
            <a:ext cx="4805430" cy="27334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Model: Database and repositories</a:t>
            </a:r>
          </a:p>
          <a:p>
            <a:pPr>
              <a:buFont typeface="Wingdings" panose="05000000000000000000" pitchFamily="2" charset="2"/>
              <a:buChar char="v"/>
            </a:pPr>
            <a:endParaRPr lang="en-GB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View: HTML templates</a:t>
            </a:r>
          </a:p>
          <a:p>
            <a:pPr>
              <a:buFont typeface="Wingdings" panose="05000000000000000000" pitchFamily="2" charset="2"/>
              <a:buChar char="v"/>
            </a:pPr>
            <a:endParaRPr lang="en-GB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Controller: Flask controllers</a:t>
            </a:r>
          </a:p>
        </p:txBody>
      </p:sp>
      <p:pic>
        <p:nvPicPr>
          <p:cNvPr id="5" name="Picture 4" descr="A diagram of a computer flowchart">
            <a:extLst>
              <a:ext uri="{FF2B5EF4-FFF2-40B4-BE49-F238E27FC236}">
                <a16:creationId xmlns:a16="http://schemas.microsoft.com/office/drawing/2014/main" id="{A2FBEA13-B99C-084A-FCA8-5F5547AA1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453" y="1905153"/>
            <a:ext cx="5735447" cy="3822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916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1E985-0B13-46A0-AEC4-FED2CA38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4729"/>
            <a:ext cx="4206240" cy="18215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Authentication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0D5BA2-FFC6-50E5-21B4-E4046CF36BB4}"/>
              </a:ext>
            </a:extLst>
          </p:cNvPr>
          <p:cNvSpPr txBox="1"/>
          <p:nvPr/>
        </p:nvSpPr>
        <p:spPr>
          <a:xfrm>
            <a:off x="5133974" y="952368"/>
            <a:ext cx="6418727" cy="1773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User signup and login functionality</a:t>
            </a:r>
          </a:p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dirty="0"/>
          </a:p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Session-based authentication</a:t>
            </a:r>
          </a:p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dirty="0"/>
          </a:p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Secure password handling</a:t>
            </a:r>
          </a:p>
        </p:txBody>
      </p:sp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CFF9C5BA-0D0E-1C4D-60FD-5B4A66A75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" r="3359" b="-4"/>
          <a:stretch>
            <a:fillRect/>
          </a:stretch>
        </p:blipFill>
        <p:spPr>
          <a:xfrm>
            <a:off x="800100" y="3048000"/>
            <a:ext cx="5133990" cy="2737551"/>
          </a:xfrm>
          <a:prstGeom prst="rect">
            <a:avLst/>
          </a:prstGeom>
        </p:spPr>
      </p:pic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872E4FE5-E229-4DDA-FE13-DAF80D473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2800" b="-4"/>
          <a:stretch>
            <a:fillRect/>
          </a:stretch>
        </p:blipFill>
        <p:spPr>
          <a:xfrm>
            <a:off x="6209622" y="3048000"/>
            <a:ext cx="5182278" cy="273755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72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69BE-5250-1530-942F-E39E2696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&amp; Events  </a:t>
            </a:r>
          </a:p>
        </p:txBody>
      </p:sp>
      <p:pic>
        <p:nvPicPr>
          <p:cNvPr id="21" name="Content Placeholder 20" descr="A screenshot of a computer">
            <a:extLst>
              <a:ext uri="{FF2B5EF4-FFF2-40B4-BE49-F238E27FC236}">
                <a16:creationId xmlns:a16="http://schemas.microsoft.com/office/drawing/2014/main" id="{057504D3-6881-1B92-C3C3-D8097F1C0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326" y="2221992"/>
            <a:ext cx="6547574" cy="33228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3BA13E9-B339-425B-F4F6-21B84C098A63}"/>
              </a:ext>
            </a:extLst>
          </p:cNvPr>
          <p:cNvSpPr txBox="1"/>
          <p:nvPr/>
        </p:nvSpPr>
        <p:spPr>
          <a:xfrm>
            <a:off x="700635" y="2221992"/>
            <a:ext cx="38050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Displays available events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Clear event information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Easy navigation</a:t>
            </a:r>
          </a:p>
        </p:txBody>
      </p:sp>
    </p:spTree>
    <p:extLst>
      <p:ext uri="{BB962C8B-B14F-4D97-AF65-F5344CB8AC3E}">
        <p14:creationId xmlns:p14="http://schemas.microsoft.com/office/powerpoint/2010/main" val="301393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5799-1FC7-0BF9-3EF1-AA9CDE67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Details &amp; Registration</a:t>
            </a:r>
          </a:p>
        </p:txBody>
      </p:sp>
      <p:pic>
        <p:nvPicPr>
          <p:cNvPr id="13" name="Content Placeholder 12" descr="A screenshot of a computer">
            <a:extLst>
              <a:ext uri="{FF2B5EF4-FFF2-40B4-BE49-F238E27FC236}">
                <a16:creationId xmlns:a16="http://schemas.microsoft.com/office/drawing/2014/main" id="{7E0876A8-53FF-8747-C10C-A8682B3ED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529" y="2221992"/>
            <a:ext cx="6406371" cy="3271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9446B2-3EA0-C369-0BAA-1944799270DF}"/>
              </a:ext>
            </a:extLst>
          </p:cNvPr>
          <p:cNvSpPr txBox="1"/>
          <p:nvPr/>
        </p:nvSpPr>
        <p:spPr>
          <a:xfrm>
            <a:off x="700635" y="2221992"/>
            <a:ext cx="4296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View detailed event information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Register for events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Manage registration status</a:t>
            </a:r>
          </a:p>
        </p:txBody>
      </p:sp>
    </p:spTree>
    <p:extLst>
      <p:ext uri="{BB962C8B-B14F-4D97-AF65-F5344CB8AC3E}">
        <p14:creationId xmlns:p14="http://schemas.microsoft.com/office/powerpoint/2010/main" val="293771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92F5-1D4D-D58B-EBAB-D2E167AD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 Feature</a:t>
            </a:r>
          </a:p>
        </p:txBody>
      </p:sp>
      <p:pic>
        <p:nvPicPr>
          <p:cNvPr id="13" name="Content Placeholder 12" descr="A screenshot of a computer">
            <a:extLst>
              <a:ext uri="{FF2B5EF4-FFF2-40B4-BE49-F238E27FC236}">
                <a16:creationId xmlns:a16="http://schemas.microsoft.com/office/drawing/2014/main" id="{3F00C229-F155-9907-AD87-D7C6615C4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577" y="2118838"/>
            <a:ext cx="6207323" cy="3146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90C3EB-3A7E-679E-B7A4-4211B1F70919}"/>
              </a:ext>
            </a:extLst>
          </p:cNvPr>
          <p:cNvSpPr txBox="1"/>
          <p:nvPr/>
        </p:nvSpPr>
        <p:spPr>
          <a:xfrm>
            <a:off x="700635" y="2221992"/>
            <a:ext cx="42831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Users can submit feedback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Event rating and comments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Helps improve events</a:t>
            </a:r>
          </a:p>
        </p:txBody>
      </p:sp>
    </p:spTree>
    <p:extLst>
      <p:ext uri="{BB962C8B-B14F-4D97-AF65-F5344CB8AC3E}">
        <p14:creationId xmlns:p14="http://schemas.microsoft.com/office/powerpoint/2010/main" val="3098530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C7058-B95B-F59F-E31E-8AFCBE4D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08BB-A8A0-8C8E-C689-EE75FCDE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AD5D1EA8-2431-4820-46E3-696DE3E5B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010" y="1858706"/>
            <a:ext cx="6328890" cy="33622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32166-A2FF-9B2E-1C1D-22C92DBF3558}"/>
              </a:ext>
            </a:extLst>
          </p:cNvPr>
          <p:cNvSpPr txBox="1"/>
          <p:nvPr/>
        </p:nvSpPr>
        <p:spPr>
          <a:xfrm>
            <a:off x="700635" y="1858706"/>
            <a:ext cx="42253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Unit tests implemented using </a:t>
            </a:r>
            <a:r>
              <a:rPr lang="en-GB" sz="2400" dirty="0" err="1"/>
              <a:t>unittest</a:t>
            </a: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Repository and logic testing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Integration testing for routing</a:t>
            </a:r>
          </a:p>
        </p:txBody>
      </p:sp>
    </p:spTree>
    <p:extLst>
      <p:ext uri="{BB962C8B-B14F-4D97-AF65-F5344CB8AC3E}">
        <p14:creationId xmlns:p14="http://schemas.microsoft.com/office/powerpoint/2010/main" val="282603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27A4-ACE9-8EFB-CAD9-31ABAFDE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Docker Integration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CE63787B-7447-E7ED-37AE-A08F05359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570" y="2035687"/>
            <a:ext cx="6458330" cy="33583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EDB2C-3905-D212-3DAB-81D7BE281584}"/>
              </a:ext>
            </a:extLst>
          </p:cNvPr>
          <p:cNvSpPr txBox="1"/>
          <p:nvPr/>
        </p:nvSpPr>
        <p:spPr>
          <a:xfrm>
            <a:off x="629264" y="2035687"/>
            <a:ext cx="39820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Application containerized using Docker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Consistent runtime environment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Simplified deployment</a:t>
            </a:r>
          </a:p>
        </p:txBody>
      </p:sp>
    </p:spTree>
    <p:extLst>
      <p:ext uri="{BB962C8B-B14F-4D97-AF65-F5344CB8AC3E}">
        <p14:creationId xmlns:p14="http://schemas.microsoft.com/office/powerpoint/2010/main" val="359660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853A0-314D-9B50-51D1-553C7C80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597644"/>
          </a:xfrm>
        </p:spPr>
        <p:txBody>
          <a:bodyPr>
            <a:normAutofit fontScale="90000"/>
          </a:bodyPr>
          <a:lstStyle/>
          <a:p>
            <a:r>
              <a:rPr lang="en-GB" dirty="0"/>
              <a:t>Demo Flow</a:t>
            </a:r>
            <a:br>
              <a:rPr lang="en-US" dirty="0"/>
            </a:b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01FAE5-D0F1-FEFC-EA07-8937A8526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63665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7014E4-FC6A-DC99-A935-64691921D0B7}"/>
              </a:ext>
            </a:extLst>
          </p:cNvPr>
          <p:cNvSpPr txBox="1"/>
          <p:nvPr/>
        </p:nvSpPr>
        <p:spPr>
          <a:xfrm>
            <a:off x="700087" y="1949266"/>
            <a:ext cx="4548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Application runs using Docker</a:t>
            </a:r>
            <a:endParaRPr 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033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9F8E-1E0B-C623-9702-2A52D538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&amp;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CF6E52-9ABD-5445-8BE6-BFD4D13ACF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9556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A17CD-64AC-8240-990F-7D2868F1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F6E092-151A-18CC-A1F9-D43456020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74068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70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 descr="Data concept">
            <a:extLst>
              <a:ext uri="{FF2B5EF4-FFF2-40B4-BE49-F238E27FC236}">
                <a16:creationId xmlns:a16="http://schemas.microsoft.com/office/drawing/2014/main" id="{09621881-48BF-71DC-3EA0-01506768E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18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6283B-312C-535C-02B6-A5DD8330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422" y="6050434"/>
            <a:ext cx="3034481" cy="1125884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Thank you </a:t>
            </a:r>
            <a:br>
              <a:rPr lang="en-US" sz="3100" dirty="0"/>
            </a:b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822817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245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Calisto MT</vt:lpstr>
      <vt:lpstr>Univers Condensed</vt:lpstr>
      <vt:lpstr>Wingdings</vt:lpstr>
      <vt:lpstr>ChronicleVTI</vt:lpstr>
      <vt:lpstr>Event-Management-System</vt:lpstr>
      <vt:lpstr>Project Overview</vt:lpstr>
      <vt:lpstr>Problem Statement</vt:lpstr>
      <vt:lpstr>Technologies Used</vt:lpstr>
      <vt:lpstr>System Architecture (MVC)</vt:lpstr>
      <vt:lpstr>Authentication</vt:lpstr>
      <vt:lpstr>Dashboard &amp; Events  </vt:lpstr>
      <vt:lpstr>Event Details &amp; Registration</vt:lpstr>
      <vt:lpstr>Feedback Feature</vt:lpstr>
      <vt:lpstr>Testing</vt:lpstr>
      <vt:lpstr>Docker Integration</vt:lpstr>
      <vt:lpstr>Demo Flow </vt:lpstr>
      <vt:lpstr>Challenges &amp; Solutions</vt:lpstr>
      <vt:lpstr>Conclusion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 ackerman</dc:creator>
  <cp:lastModifiedBy>levi ackerman</cp:lastModifiedBy>
  <cp:revision>1</cp:revision>
  <dcterms:created xsi:type="dcterms:W3CDTF">2025-12-18T21:48:48Z</dcterms:created>
  <dcterms:modified xsi:type="dcterms:W3CDTF">2025-12-20T21:46:52Z</dcterms:modified>
</cp:coreProperties>
</file>